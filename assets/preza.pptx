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7"/>
  </p:notesMasterIdLst>
  <p:sldIdLst>
    <p:sldId id="287" r:id="rId2"/>
    <p:sldId id="293" r:id="rId3"/>
    <p:sldId id="294" r:id="rId4"/>
    <p:sldId id="306" r:id="rId5"/>
    <p:sldId id="295" r:id="rId6"/>
    <p:sldId id="296" r:id="rId7"/>
    <p:sldId id="301" r:id="rId8"/>
    <p:sldId id="302" r:id="rId9"/>
    <p:sldId id="297" r:id="rId10"/>
    <p:sldId id="298" r:id="rId11"/>
    <p:sldId id="303" r:id="rId12"/>
    <p:sldId id="304" r:id="rId13"/>
    <p:sldId id="305" r:id="rId14"/>
    <p:sldId id="299" r:id="rId15"/>
    <p:sldId id="300" r:id="rId1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855"/>
    <a:srgbClr val="00629B"/>
    <a:srgbClr val="0066A1"/>
    <a:srgbClr val="CC0033"/>
    <a:srgbClr val="E37222"/>
    <a:srgbClr val="FDC82F"/>
    <a:srgbClr val="69BE28"/>
    <a:srgbClr val="008542"/>
    <a:srgbClr val="6B1F73"/>
    <a:srgbClr val="009FD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10" autoAdjust="0"/>
    <p:restoredTop sz="95861"/>
  </p:normalViewPr>
  <p:slideViewPr>
    <p:cSldViewPr snapToGrid="0" snapToObjects="1">
      <p:cViewPr varScale="1">
        <p:scale>
          <a:sx n="135" d="100"/>
          <a:sy n="135" d="100"/>
        </p:scale>
        <p:origin x="876" y="9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328D45-CD78-E946-97C3-593DC6155472}" type="datetimeFigureOut">
              <a:rPr lang="en-US" smtClean="0"/>
              <a:t>4/8/2025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F362D4-5DD5-1441-A093-8EF5773AF7CF}" type="slidenum">
              <a:rPr lang="en-US" smtClean="0"/>
              <a:t>‹#›</a:t>
            </a:fld>
            <a:endParaRPr lang="en-US"/>
          </a:p>
        </p:txBody>
      </p:sp>
    </p:spTree>
    <p:extLst>
      <p:ext uri="{BB962C8B-B14F-4D97-AF65-F5344CB8AC3E}">
        <p14:creationId xmlns:p14="http://schemas.microsoft.com/office/powerpoint/2010/main" val="543180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1.png"/><Relationship Id="rId7"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4.png"/><Relationship Id="rId9" Type="http://schemas.openxmlformats.org/officeDocument/2006/relationships/image" Target="../media/image10.jpe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1.png"/><Relationship Id="rId7" Type="http://schemas.openxmlformats.org/officeDocument/2006/relationships/image" Target="../media/image13.jpe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4.png"/><Relationship Id="rId9" Type="http://schemas.openxmlformats.org/officeDocument/2006/relationships/image" Target="../media/image15.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1.png"/><Relationship Id="rId7" Type="http://schemas.openxmlformats.org/officeDocument/2006/relationships/image" Target="../media/image19.jpeg"/><Relationship Id="rId2" Type="http://schemas.openxmlformats.org/officeDocument/2006/relationships/image" Target="../media/image16.jpeg"/><Relationship Id="rId1" Type="http://schemas.openxmlformats.org/officeDocument/2006/relationships/slideMaster" Target="../slideMasters/slideMaster1.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image" Target="../media/image1.png"/><Relationship Id="rId7" Type="http://schemas.openxmlformats.org/officeDocument/2006/relationships/image" Target="../media/image23.jpeg"/><Relationship Id="rId2" Type="http://schemas.openxmlformats.org/officeDocument/2006/relationships/image" Target="../media/image16.jpeg"/><Relationship Id="rId1" Type="http://schemas.openxmlformats.org/officeDocument/2006/relationships/slideMaster" Target="../slideMasters/slideMaster1.xm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A-Photos Locke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7F51B27-D6FD-578D-E914-AB069920A7DE}"/>
              </a:ext>
            </a:extLst>
          </p:cNvPr>
          <p:cNvPicPr>
            <a:picLocks noChangeAspect="1"/>
          </p:cNvPicPr>
          <p:nvPr userDrawn="1"/>
        </p:nvPicPr>
        <p:blipFill>
          <a:blip r:embed="rId2"/>
          <a:srcRect/>
          <a:stretch/>
        </p:blipFill>
        <p:spPr>
          <a:xfrm>
            <a:off x="1" y="-8147"/>
            <a:ext cx="9143998" cy="5143498"/>
          </a:xfrm>
          <a:prstGeom prst="rect">
            <a:avLst/>
          </a:prstGeom>
        </p:spPr>
      </p:pic>
      <p:pic>
        <p:nvPicPr>
          <p:cNvPr id="8" name="Picture 7">
            <a:extLst>
              <a:ext uri="{FF2B5EF4-FFF2-40B4-BE49-F238E27FC236}">
                <a16:creationId xmlns:a16="http://schemas.microsoft.com/office/drawing/2014/main" id="{B29407DB-9EC1-775D-729D-5F1A7B591069}"/>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1" y="4627165"/>
            <a:ext cx="9144000" cy="532631"/>
          </a:xfrm>
          <a:prstGeom prst="rect">
            <a:avLst/>
          </a:prstGeom>
        </p:spPr>
      </p:pic>
      <p:pic>
        <p:nvPicPr>
          <p:cNvPr id="20" name="Google Shape;20;p2">
            <a:extLst>
              <a:ext uri="{FF2B5EF4-FFF2-40B4-BE49-F238E27FC236}">
                <a16:creationId xmlns:a16="http://schemas.microsoft.com/office/drawing/2014/main" id="{BF545E2E-7AE8-E079-68E5-B4BBF7184120}"/>
              </a:ext>
            </a:extLst>
          </p:cNvPr>
          <p:cNvPicPr preferRelativeResize="0"/>
          <p:nvPr userDrawn="1"/>
        </p:nvPicPr>
        <p:blipFill rotWithShape="1">
          <a:blip r:embed="rId4" cstate="email">
            <a:alphaModFix/>
            <a:extLst>
              <a:ext uri="{28A0092B-C50C-407E-A947-70E740481C1C}">
                <a14:useLocalDpi xmlns:a14="http://schemas.microsoft.com/office/drawing/2010/main"/>
              </a:ext>
            </a:extLst>
          </a:blip>
          <a:srcRect/>
          <a:stretch/>
        </p:blipFill>
        <p:spPr>
          <a:xfrm>
            <a:off x="7613960" y="4131398"/>
            <a:ext cx="1221339" cy="681678"/>
          </a:xfrm>
          <a:prstGeom prst="rect">
            <a:avLst/>
          </a:prstGeom>
          <a:noFill/>
          <a:ln>
            <a:noFill/>
          </a:ln>
        </p:spPr>
      </p:pic>
      <p:sp>
        <p:nvSpPr>
          <p:cNvPr id="2" name="Title 1"/>
          <p:cNvSpPr>
            <a:spLocks noGrp="1"/>
          </p:cNvSpPr>
          <p:nvPr>
            <p:ph type="ctrTitle" hasCustomPrompt="1"/>
          </p:nvPr>
        </p:nvSpPr>
        <p:spPr>
          <a:xfrm>
            <a:off x="282289" y="2581643"/>
            <a:ext cx="8553009" cy="940768"/>
          </a:xfrm>
          <a:prstGeom prst="rect">
            <a:avLst/>
          </a:prstGeom>
        </p:spPr>
        <p:txBody>
          <a:bodyPr lIns="0" anchor="b">
            <a:normAutofit/>
          </a:bodyPr>
          <a:lstStyle>
            <a:lvl1pPr algn="l">
              <a:defRPr sz="3300" i="0">
                <a:solidFill>
                  <a:srgbClr val="002855"/>
                </a:solidFill>
              </a:defRPr>
            </a:lvl1pPr>
          </a:lstStyle>
          <a:p>
            <a:r>
              <a:rPr lang="en-US" dirty="0"/>
              <a:t>Presentation Title</a:t>
            </a:r>
          </a:p>
        </p:txBody>
      </p:sp>
      <p:sp>
        <p:nvSpPr>
          <p:cNvPr id="3" name="Subtitle 2"/>
          <p:cNvSpPr>
            <a:spLocks noGrp="1"/>
          </p:cNvSpPr>
          <p:nvPr>
            <p:ph type="subTitle" idx="1" hasCustomPrompt="1"/>
          </p:nvPr>
        </p:nvSpPr>
        <p:spPr>
          <a:xfrm>
            <a:off x="282290" y="3557482"/>
            <a:ext cx="7022970" cy="874829"/>
          </a:xfrm>
        </p:spPr>
        <p:txBody>
          <a:bodyPr lIns="0">
            <a:normAutofit/>
          </a:bodyPr>
          <a:lstStyle>
            <a:lvl1pPr marL="0" indent="0" algn="l">
              <a:buNone/>
              <a:defRPr sz="2100" b="1" i="1">
                <a:solidFill>
                  <a:schemeClr val="tx1">
                    <a:lumMod val="50000"/>
                    <a:lumOff val="50000"/>
                  </a:schemeClr>
                </a:solidFill>
                <a:latin typeface="Calibri" charset="0"/>
                <a:ea typeface="Calibri" charset="0"/>
                <a:cs typeface="Calibri"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Subhead</a:t>
            </a:r>
          </a:p>
        </p:txBody>
      </p:sp>
      <p:sp>
        <p:nvSpPr>
          <p:cNvPr id="10" name="Slide Number Placeholder 9"/>
          <p:cNvSpPr>
            <a:spLocks noGrp="1"/>
          </p:cNvSpPr>
          <p:nvPr>
            <p:ph type="sldNum" sz="quarter" idx="18"/>
          </p:nvPr>
        </p:nvSpPr>
        <p:spPr/>
        <p:txBody>
          <a:bodyPr/>
          <a:lstStyle>
            <a:lvl1pPr>
              <a:defRPr>
                <a:solidFill>
                  <a:srgbClr val="002855"/>
                </a:solidFill>
              </a:defRPr>
            </a:lvl1pPr>
          </a:lstStyle>
          <a:p>
            <a:fld id="{3DD97BEB-BAEF-0344-9D5C-EC73E478698A}" type="slidenum">
              <a:rPr lang="en-US" smtClean="0"/>
              <a:pPr/>
              <a:t>‹#›</a:t>
            </a:fld>
            <a:endParaRPr lang="en-US" dirty="0"/>
          </a:p>
        </p:txBody>
      </p:sp>
      <p:sp>
        <p:nvSpPr>
          <p:cNvPr id="4" name="TextBox 3">
            <a:extLst>
              <a:ext uri="{FF2B5EF4-FFF2-40B4-BE49-F238E27FC236}">
                <a16:creationId xmlns:a16="http://schemas.microsoft.com/office/drawing/2014/main" id="{78C300B2-530C-FA4A-A0D1-243431B9E26B}"/>
              </a:ext>
            </a:extLst>
          </p:cNvPr>
          <p:cNvSpPr txBox="1"/>
          <p:nvPr userDrawn="1"/>
        </p:nvSpPr>
        <p:spPr>
          <a:xfrm>
            <a:off x="814401" y="4654044"/>
            <a:ext cx="832865" cy="261610"/>
          </a:xfrm>
          <a:prstGeom prst="rect">
            <a:avLst/>
          </a:prstGeom>
          <a:noFill/>
        </p:spPr>
        <p:txBody>
          <a:bodyPr wrap="square" rtlCol="0">
            <a:spAutoFit/>
          </a:bodyPr>
          <a:lstStyle/>
          <a:p>
            <a:r>
              <a:rPr lang="en-US" sz="1100" b="1" dirty="0" err="1">
                <a:solidFill>
                  <a:srgbClr val="002855"/>
                </a:solidFill>
                <a:latin typeface="Calibri" panose="020F0502020204030204" pitchFamily="34" charset="0"/>
                <a:cs typeface="Calibri" panose="020F0502020204030204" pitchFamily="34" charset="0"/>
              </a:rPr>
              <a:t>ieee.org</a:t>
            </a:r>
            <a:endParaRPr lang="en-US" sz="1100" b="1" dirty="0">
              <a:solidFill>
                <a:srgbClr val="002855"/>
              </a:solidFill>
              <a:latin typeface="Calibri" panose="020F0502020204030204" pitchFamily="34" charset="0"/>
              <a:cs typeface="Calibri" panose="020F0502020204030204" pitchFamily="34" charset="0"/>
            </a:endParaRPr>
          </a:p>
        </p:txBody>
      </p:sp>
      <p:pic>
        <p:nvPicPr>
          <p:cNvPr id="24" name="Picture 23" descr="A picture containing art, majorelle blue&#10;&#10;Description automatically generated">
            <a:extLst>
              <a:ext uri="{FF2B5EF4-FFF2-40B4-BE49-F238E27FC236}">
                <a16:creationId xmlns:a16="http://schemas.microsoft.com/office/drawing/2014/main" id="{B1B8847A-AC7A-DD9F-DBDE-21B0F37365F6}"/>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8020" y="374444"/>
            <a:ext cx="9162288" cy="2164536"/>
          </a:xfrm>
          <a:prstGeom prst="rect">
            <a:avLst/>
          </a:prstGeom>
        </p:spPr>
      </p:pic>
      <p:sp>
        <p:nvSpPr>
          <p:cNvPr id="25" name="Google Shape;15;p1">
            <a:extLst>
              <a:ext uri="{FF2B5EF4-FFF2-40B4-BE49-F238E27FC236}">
                <a16:creationId xmlns:a16="http://schemas.microsoft.com/office/drawing/2014/main" id="{52320A1D-5125-B302-1636-C48D547566DC}"/>
              </a:ext>
            </a:extLst>
          </p:cNvPr>
          <p:cNvSpPr txBox="1"/>
          <p:nvPr userDrawn="1"/>
        </p:nvSpPr>
        <p:spPr>
          <a:xfrm>
            <a:off x="0" y="4961588"/>
            <a:ext cx="9144000" cy="21544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 b="0" i="0" u="none" strike="noStrike" cap="none" dirty="0">
                <a:solidFill>
                  <a:srgbClr val="C7EAFB"/>
                </a:solidFill>
                <a:latin typeface="Calibri"/>
                <a:ea typeface="Calibri"/>
                <a:cs typeface="Calibri"/>
                <a:sym typeface="Calibri"/>
              </a:rPr>
              <a:t>The professional home for the engineering and technology community worldwide</a:t>
            </a:r>
            <a:endParaRPr dirty="0"/>
          </a:p>
        </p:txBody>
      </p:sp>
    </p:spTree>
    <p:extLst>
      <p:ext uri="{BB962C8B-B14F-4D97-AF65-F5344CB8AC3E}">
        <p14:creationId xmlns:p14="http://schemas.microsoft.com/office/powerpoint/2010/main" val="11416079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1B-Photos Locke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7F51B27-D6FD-578D-E914-AB069920A7DE}"/>
              </a:ext>
            </a:extLst>
          </p:cNvPr>
          <p:cNvPicPr>
            <a:picLocks noChangeAspect="1"/>
          </p:cNvPicPr>
          <p:nvPr userDrawn="1"/>
        </p:nvPicPr>
        <p:blipFill>
          <a:blip r:embed="rId2"/>
          <a:srcRect/>
          <a:stretch/>
        </p:blipFill>
        <p:spPr>
          <a:xfrm>
            <a:off x="1" y="-8147"/>
            <a:ext cx="9143998" cy="5143498"/>
          </a:xfrm>
          <a:prstGeom prst="rect">
            <a:avLst/>
          </a:prstGeom>
        </p:spPr>
      </p:pic>
      <p:pic>
        <p:nvPicPr>
          <p:cNvPr id="8" name="Picture 7">
            <a:extLst>
              <a:ext uri="{FF2B5EF4-FFF2-40B4-BE49-F238E27FC236}">
                <a16:creationId xmlns:a16="http://schemas.microsoft.com/office/drawing/2014/main" id="{B29407DB-9EC1-775D-729D-5F1A7B591069}"/>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1" y="4627165"/>
            <a:ext cx="9144000" cy="532631"/>
          </a:xfrm>
          <a:prstGeom prst="rect">
            <a:avLst/>
          </a:prstGeom>
        </p:spPr>
      </p:pic>
      <p:pic>
        <p:nvPicPr>
          <p:cNvPr id="20" name="Google Shape;20;p2">
            <a:extLst>
              <a:ext uri="{FF2B5EF4-FFF2-40B4-BE49-F238E27FC236}">
                <a16:creationId xmlns:a16="http://schemas.microsoft.com/office/drawing/2014/main" id="{BF545E2E-7AE8-E079-68E5-B4BBF7184120}"/>
              </a:ext>
            </a:extLst>
          </p:cNvPr>
          <p:cNvPicPr preferRelativeResize="0"/>
          <p:nvPr userDrawn="1"/>
        </p:nvPicPr>
        <p:blipFill rotWithShape="1">
          <a:blip r:embed="rId4" cstate="email">
            <a:alphaModFix/>
            <a:extLst>
              <a:ext uri="{28A0092B-C50C-407E-A947-70E740481C1C}">
                <a14:useLocalDpi xmlns:a14="http://schemas.microsoft.com/office/drawing/2010/main"/>
              </a:ext>
            </a:extLst>
          </a:blip>
          <a:srcRect/>
          <a:stretch/>
        </p:blipFill>
        <p:spPr>
          <a:xfrm>
            <a:off x="7613960" y="4131398"/>
            <a:ext cx="1221339" cy="681678"/>
          </a:xfrm>
          <a:prstGeom prst="rect">
            <a:avLst/>
          </a:prstGeom>
          <a:noFill/>
          <a:ln>
            <a:noFill/>
          </a:ln>
        </p:spPr>
      </p:pic>
      <p:sp>
        <p:nvSpPr>
          <p:cNvPr id="2" name="Title 1"/>
          <p:cNvSpPr>
            <a:spLocks noGrp="1"/>
          </p:cNvSpPr>
          <p:nvPr>
            <p:ph type="ctrTitle" hasCustomPrompt="1"/>
          </p:nvPr>
        </p:nvSpPr>
        <p:spPr>
          <a:xfrm>
            <a:off x="282289" y="2581643"/>
            <a:ext cx="8553009" cy="940768"/>
          </a:xfrm>
          <a:prstGeom prst="rect">
            <a:avLst/>
          </a:prstGeom>
        </p:spPr>
        <p:txBody>
          <a:bodyPr lIns="0" anchor="b">
            <a:normAutofit/>
          </a:bodyPr>
          <a:lstStyle>
            <a:lvl1pPr algn="l">
              <a:defRPr sz="3300" i="0">
                <a:solidFill>
                  <a:srgbClr val="002855"/>
                </a:solidFill>
              </a:defRPr>
            </a:lvl1pPr>
          </a:lstStyle>
          <a:p>
            <a:r>
              <a:rPr lang="en-US" dirty="0"/>
              <a:t>Presentation Title</a:t>
            </a:r>
          </a:p>
        </p:txBody>
      </p:sp>
      <p:sp>
        <p:nvSpPr>
          <p:cNvPr id="3" name="Subtitle 2"/>
          <p:cNvSpPr>
            <a:spLocks noGrp="1"/>
          </p:cNvSpPr>
          <p:nvPr>
            <p:ph type="subTitle" idx="1" hasCustomPrompt="1"/>
          </p:nvPr>
        </p:nvSpPr>
        <p:spPr>
          <a:xfrm>
            <a:off x="282290" y="3557482"/>
            <a:ext cx="7022970" cy="874829"/>
          </a:xfrm>
        </p:spPr>
        <p:txBody>
          <a:bodyPr lIns="0">
            <a:normAutofit/>
          </a:bodyPr>
          <a:lstStyle>
            <a:lvl1pPr marL="0" indent="0" algn="l">
              <a:buNone/>
              <a:defRPr sz="2100" b="1" i="1">
                <a:solidFill>
                  <a:schemeClr val="tx1">
                    <a:lumMod val="50000"/>
                    <a:lumOff val="50000"/>
                  </a:schemeClr>
                </a:solidFill>
                <a:latin typeface="Calibri" charset="0"/>
                <a:ea typeface="Calibri" charset="0"/>
                <a:cs typeface="Calibri"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Subhead</a:t>
            </a:r>
          </a:p>
        </p:txBody>
      </p:sp>
      <p:sp>
        <p:nvSpPr>
          <p:cNvPr id="10" name="Slide Number Placeholder 9"/>
          <p:cNvSpPr>
            <a:spLocks noGrp="1"/>
          </p:cNvSpPr>
          <p:nvPr>
            <p:ph type="sldNum" sz="quarter" idx="18"/>
          </p:nvPr>
        </p:nvSpPr>
        <p:spPr/>
        <p:txBody>
          <a:bodyPr/>
          <a:lstStyle>
            <a:lvl1pPr>
              <a:defRPr>
                <a:solidFill>
                  <a:srgbClr val="002855"/>
                </a:solidFill>
              </a:defRPr>
            </a:lvl1pPr>
          </a:lstStyle>
          <a:p>
            <a:fld id="{3DD97BEB-BAEF-0344-9D5C-EC73E478698A}" type="slidenum">
              <a:rPr lang="en-US" smtClean="0"/>
              <a:pPr/>
              <a:t>‹#›</a:t>
            </a:fld>
            <a:endParaRPr lang="en-US" dirty="0"/>
          </a:p>
        </p:txBody>
      </p:sp>
      <p:sp>
        <p:nvSpPr>
          <p:cNvPr id="4" name="TextBox 3">
            <a:extLst>
              <a:ext uri="{FF2B5EF4-FFF2-40B4-BE49-F238E27FC236}">
                <a16:creationId xmlns:a16="http://schemas.microsoft.com/office/drawing/2014/main" id="{78C300B2-530C-FA4A-A0D1-243431B9E26B}"/>
              </a:ext>
            </a:extLst>
          </p:cNvPr>
          <p:cNvSpPr txBox="1"/>
          <p:nvPr userDrawn="1"/>
        </p:nvSpPr>
        <p:spPr>
          <a:xfrm>
            <a:off x="814401" y="4654044"/>
            <a:ext cx="832865" cy="261610"/>
          </a:xfrm>
          <a:prstGeom prst="rect">
            <a:avLst/>
          </a:prstGeom>
          <a:noFill/>
        </p:spPr>
        <p:txBody>
          <a:bodyPr wrap="square" rtlCol="0">
            <a:spAutoFit/>
          </a:bodyPr>
          <a:lstStyle/>
          <a:p>
            <a:r>
              <a:rPr lang="en-US" sz="1100" b="1" dirty="0" err="1">
                <a:solidFill>
                  <a:srgbClr val="002855"/>
                </a:solidFill>
                <a:latin typeface="Calibri" panose="020F0502020204030204" pitchFamily="34" charset="0"/>
                <a:cs typeface="Calibri" panose="020F0502020204030204" pitchFamily="34" charset="0"/>
              </a:rPr>
              <a:t>ieee.org</a:t>
            </a:r>
            <a:endParaRPr lang="en-US" sz="1100" b="1" dirty="0">
              <a:solidFill>
                <a:srgbClr val="002855"/>
              </a:solidFill>
              <a:latin typeface="Calibri" panose="020F0502020204030204" pitchFamily="34" charset="0"/>
              <a:cs typeface="Calibri" panose="020F0502020204030204" pitchFamily="34" charset="0"/>
            </a:endParaRPr>
          </a:p>
        </p:txBody>
      </p:sp>
      <p:sp>
        <p:nvSpPr>
          <p:cNvPr id="25" name="Google Shape;15;p1">
            <a:extLst>
              <a:ext uri="{FF2B5EF4-FFF2-40B4-BE49-F238E27FC236}">
                <a16:creationId xmlns:a16="http://schemas.microsoft.com/office/drawing/2014/main" id="{52320A1D-5125-B302-1636-C48D547566DC}"/>
              </a:ext>
            </a:extLst>
          </p:cNvPr>
          <p:cNvSpPr txBox="1"/>
          <p:nvPr userDrawn="1"/>
        </p:nvSpPr>
        <p:spPr>
          <a:xfrm>
            <a:off x="0" y="4961588"/>
            <a:ext cx="9144000" cy="21544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 b="0" i="0" u="none" strike="noStrike" cap="none" dirty="0">
                <a:solidFill>
                  <a:srgbClr val="C7EAFB"/>
                </a:solidFill>
                <a:latin typeface="Calibri"/>
                <a:ea typeface="Calibri"/>
                <a:cs typeface="Calibri"/>
                <a:sym typeface="Calibri"/>
              </a:rPr>
              <a:t>The professional home for the engineering and technology community worldwide</a:t>
            </a:r>
            <a:endParaRPr dirty="0"/>
          </a:p>
        </p:txBody>
      </p:sp>
      <p:pic>
        <p:nvPicPr>
          <p:cNvPr id="13" name="Picture Placeholder 10" descr="A person and person standing in a server room&#10;&#10;Description automatically generated">
            <a:extLst>
              <a:ext uri="{FF2B5EF4-FFF2-40B4-BE49-F238E27FC236}">
                <a16:creationId xmlns:a16="http://schemas.microsoft.com/office/drawing/2014/main" id="{E2CDE891-37C3-7DA8-CE02-376B7C6F19F2}"/>
              </a:ext>
            </a:extLst>
          </p:cNvPr>
          <p:cNvPicPr>
            <a:picLocks noChangeAspect="1"/>
          </p:cNvPicPr>
          <p:nvPr userDrawn="1"/>
        </p:nvPicPr>
        <p:blipFill>
          <a:blip r:embed="rId5" cstate="email">
            <a:extLst>
              <a:ext uri="{28A0092B-C50C-407E-A947-70E740481C1C}">
                <a14:useLocalDpi xmlns:a14="http://schemas.microsoft.com/office/drawing/2010/main"/>
              </a:ext>
            </a:extLst>
          </a:blip>
          <a:srcRect/>
          <a:stretch>
            <a:fillRect/>
          </a:stretch>
        </p:blipFill>
        <p:spPr>
          <a:xfrm>
            <a:off x="-551" y="506367"/>
            <a:ext cx="1828800" cy="1828800"/>
          </a:xfrm>
          <a:prstGeom prst="rect">
            <a:avLst/>
          </a:prstGeom>
        </p:spPr>
      </p:pic>
      <p:pic>
        <p:nvPicPr>
          <p:cNvPr id="14" name="Picture Placeholder 12" descr="A person and person standing next to a machine&#10;&#10;Description automatically generated">
            <a:extLst>
              <a:ext uri="{FF2B5EF4-FFF2-40B4-BE49-F238E27FC236}">
                <a16:creationId xmlns:a16="http://schemas.microsoft.com/office/drawing/2014/main" id="{AC3379AB-8D10-2BB7-CAB0-CA8421C07430}"/>
              </a:ext>
            </a:extLst>
          </p:cNvPr>
          <p:cNvPicPr>
            <a:picLocks noChangeAspect="1"/>
          </p:cNvPicPr>
          <p:nvPr userDrawn="1"/>
        </p:nvPicPr>
        <p:blipFill>
          <a:blip r:embed="rId6" cstate="email">
            <a:extLst>
              <a:ext uri="{28A0092B-C50C-407E-A947-70E740481C1C}">
                <a14:useLocalDpi xmlns:a14="http://schemas.microsoft.com/office/drawing/2010/main"/>
              </a:ext>
            </a:extLst>
          </a:blip>
          <a:srcRect/>
          <a:stretch>
            <a:fillRect/>
          </a:stretch>
        </p:blipFill>
        <p:spPr>
          <a:xfrm>
            <a:off x="1812458" y="506367"/>
            <a:ext cx="1861485" cy="1831081"/>
          </a:xfrm>
          <a:prstGeom prst="rect">
            <a:avLst/>
          </a:prstGeom>
        </p:spPr>
      </p:pic>
      <p:pic>
        <p:nvPicPr>
          <p:cNvPr id="15" name="Picture Placeholder 16" descr="A person in a wheelchair working on a computer&#10;&#10;Description automatically generated">
            <a:extLst>
              <a:ext uri="{FF2B5EF4-FFF2-40B4-BE49-F238E27FC236}">
                <a16:creationId xmlns:a16="http://schemas.microsoft.com/office/drawing/2014/main" id="{4AB2EF3D-2061-6AB8-2AED-E8950E43FCAB}"/>
              </a:ext>
            </a:extLst>
          </p:cNvPr>
          <p:cNvPicPr>
            <a:picLocks noChangeAspect="1"/>
          </p:cNvPicPr>
          <p:nvPr userDrawn="1"/>
        </p:nvPicPr>
        <p:blipFill>
          <a:blip r:embed="rId7" cstate="email">
            <a:extLst>
              <a:ext uri="{28A0092B-C50C-407E-A947-70E740481C1C}">
                <a14:useLocalDpi xmlns:a14="http://schemas.microsoft.com/office/drawing/2010/main"/>
              </a:ext>
            </a:extLst>
          </a:blip>
          <a:srcRect/>
          <a:stretch>
            <a:fillRect/>
          </a:stretch>
        </p:blipFill>
        <p:spPr>
          <a:xfrm>
            <a:off x="3674266" y="506367"/>
            <a:ext cx="1817334" cy="1828800"/>
          </a:xfrm>
          <a:prstGeom prst="rect">
            <a:avLst/>
          </a:prstGeom>
        </p:spPr>
      </p:pic>
      <p:pic>
        <p:nvPicPr>
          <p:cNvPr id="16" name="Picture Placeholder 18" descr="A person working on a computer&#10;&#10;Description automatically generated">
            <a:extLst>
              <a:ext uri="{FF2B5EF4-FFF2-40B4-BE49-F238E27FC236}">
                <a16:creationId xmlns:a16="http://schemas.microsoft.com/office/drawing/2014/main" id="{9C157887-8158-B68B-D968-EFE81041397C}"/>
              </a:ext>
            </a:extLst>
          </p:cNvPr>
          <p:cNvPicPr>
            <a:picLocks noChangeAspect="1"/>
          </p:cNvPicPr>
          <p:nvPr userDrawn="1"/>
        </p:nvPicPr>
        <p:blipFill>
          <a:blip r:embed="rId8" cstate="email">
            <a:extLst>
              <a:ext uri="{28A0092B-C50C-407E-A947-70E740481C1C}">
                <a14:useLocalDpi xmlns:a14="http://schemas.microsoft.com/office/drawing/2010/main"/>
              </a:ext>
            </a:extLst>
          </a:blip>
          <a:srcRect/>
          <a:stretch>
            <a:fillRect/>
          </a:stretch>
        </p:blipFill>
        <p:spPr>
          <a:xfrm>
            <a:off x="5493599" y="506367"/>
            <a:ext cx="1837943" cy="1828800"/>
          </a:xfrm>
          <a:prstGeom prst="rect">
            <a:avLst/>
          </a:prstGeom>
        </p:spPr>
      </p:pic>
      <p:pic>
        <p:nvPicPr>
          <p:cNvPr id="17" name="Picture Placeholder 20" descr="A person looking at a screen&#10;&#10;Description automatically generated">
            <a:extLst>
              <a:ext uri="{FF2B5EF4-FFF2-40B4-BE49-F238E27FC236}">
                <a16:creationId xmlns:a16="http://schemas.microsoft.com/office/drawing/2014/main" id="{690CAAAA-DAF1-CE15-5209-33321374416F}"/>
              </a:ext>
            </a:extLst>
          </p:cNvPr>
          <p:cNvPicPr>
            <a:picLocks noChangeAspect="1"/>
          </p:cNvPicPr>
          <p:nvPr userDrawn="1"/>
        </p:nvPicPr>
        <p:blipFill>
          <a:blip r:embed="rId9" cstate="email">
            <a:extLst>
              <a:ext uri="{28A0092B-C50C-407E-A947-70E740481C1C}">
                <a14:useLocalDpi xmlns:a14="http://schemas.microsoft.com/office/drawing/2010/main"/>
              </a:ext>
            </a:extLst>
          </a:blip>
          <a:srcRect/>
          <a:stretch>
            <a:fillRect/>
          </a:stretch>
        </p:blipFill>
        <p:spPr>
          <a:xfrm>
            <a:off x="7322401" y="506367"/>
            <a:ext cx="1836546" cy="1828800"/>
          </a:xfrm>
          <a:prstGeom prst="rect">
            <a:avLst/>
          </a:prstGeom>
        </p:spPr>
      </p:pic>
    </p:spTree>
    <p:extLst>
      <p:ext uri="{BB962C8B-B14F-4D97-AF65-F5344CB8AC3E}">
        <p14:creationId xmlns:p14="http://schemas.microsoft.com/office/powerpoint/2010/main" val="10814982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1C-Photos Locke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7F51B27-D6FD-578D-E914-AB069920A7DE}"/>
              </a:ext>
            </a:extLst>
          </p:cNvPr>
          <p:cNvPicPr>
            <a:picLocks noChangeAspect="1"/>
          </p:cNvPicPr>
          <p:nvPr userDrawn="1"/>
        </p:nvPicPr>
        <p:blipFill>
          <a:blip r:embed="rId2"/>
          <a:srcRect/>
          <a:stretch/>
        </p:blipFill>
        <p:spPr>
          <a:xfrm>
            <a:off x="1" y="-8147"/>
            <a:ext cx="9143998" cy="5143498"/>
          </a:xfrm>
          <a:prstGeom prst="rect">
            <a:avLst/>
          </a:prstGeom>
        </p:spPr>
      </p:pic>
      <p:pic>
        <p:nvPicPr>
          <p:cNvPr id="8" name="Picture 7">
            <a:extLst>
              <a:ext uri="{FF2B5EF4-FFF2-40B4-BE49-F238E27FC236}">
                <a16:creationId xmlns:a16="http://schemas.microsoft.com/office/drawing/2014/main" id="{B29407DB-9EC1-775D-729D-5F1A7B591069}"/>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1" y="4627165"/>
            <a:ext cx="9144000" cy="532631"/>
          </a:xfrm>
          <a:prstGeom prst="rect">
            <a:avLst/>
          </a:prstGeom>
        </p:spPr>
      </p:pic>
      <p:pic>
        <p:nvPicPr>
          <p:cNvPr id="20" name="Google Shape;20;p2">
            <a:extLst>
              <a:ext uri="{FF2B5EF4-FFF2-40B4-BE49-F238E27FC236}">
                <a16:creationId xmlns:a16="http://schemas.microsoft.com/office/drawing/2014/main" id="{BF545E2E-7AE8-E079-68E5-B4BBF7184120}"/>
              </a:ext>
            </a:extLst>
          </p:cNvPr>
          <p:cNvPicPr preferRelativeResize="0"/>
          <p:nvPr userDrawn="1"/>
        </p:nvPicPr>
        <p:blipFill rotWithShape="1">
          <a:blip r:embed="rId4" cstate="email">
            <a:alphaModFix/>
            <a:extLst>
              <a:ext uri="{28A0092B-C50C-407E-A947-70E740481C1C}">
                <a14:useLocalDpi xmlns:a14="http://schemas.microsoft.com/office/drawing/2010/main"/>
              </a:ext>
            </a:extLst>
          </a:blip>
          <a:srcRect/>
          <a:stretch/>
        </p:blipFill>
        <p:spPr>
          <a:xfrm>
            <a:off x="7613960" y="4131398"/>
            <a:ext cx="1221339" cy="681678"/>
          </a:xfrm>
          <a:prstGeom prst="rect">
            <a:avLst/>
          </a:prstGeom>
          <a:noFill/>
          <a:ln>
            <a:noFill/>
          </a:ln>
        </p:spPr>
      </p:pic>
      <p:sp>
        <p:nvSpPr>
          <p:cNvPr id="2" name="Title 1"/>
          <p:cNvSpPr>
            <a:spLocks noGrp="1"/>
          </p:cNvSpPr>
          <p:nvPr>
            <p:ph type="ctrTitle" hasCustomPrompt="1"/>
          </p:nvPr>
        </p:nvSpPr>
        <p:spPr>
          <a:xfrm>
            <a:off x="282289" y="2581643"/>
            <a:ext cx="8553009" cy="940768"/>
          </a:xfrm>
          <a:prstGeom prst="rect">
            <a:avLst/>
          </a:prstGeom>
        </p:spPr>
        <p:txBody>
          <a:bodyPr lIns="0" anchor="b">
            <a:normAutofit/>
          </a:bodyPr>
          <a:lstStyle>
            <a:lvl1pPr algn="l">
              <a:defRPr sz="3300" i="0">
                <a:solidFill>
                  <a:srgbClr val="002855"/>
                </a:solidFill>
              </a:defRPr>
            </a:lvl1pPr>
          </a:lstStyle>
          <a:p>
            <a:r>
              <a:rPr lang="en-US" dirty="0"/>
              <a:t>Presentation Title</a:t>
            </a:r>
          </a:p>
        </p:txBody>
      </p:sp>
      <p:sp>
        <p:nvSpPr>
          <p:cNvPr id="3" name="Subtitle 2"/>
          <p:cNvSpPr>
            <a:spLocks noGrp="1"/>
          </p:cNvSpPr>
          <p:nvPr>
            <p:ph type="subTitle" idx="1" hasCustomPrompt="1"/>
          </p:nvPr>
        </p:nvSpPr>
        <p:spPr>
          <a:xfrm>
            <a:off x="282290" y="3557482"/>
            <a:ext cx="7022970" cy="874829"/>
          </a:xfrm>
        </p:spPr>
        <p:txBody>
          <a:bodyPr lIns="0">
            <a:normAutofit/>
          </a:bodyPr>
          <a:lstStyle>
            <a:lvl1pPr marL="0" indent="0" algn="l">
              <a:buNone/>
              <a:defRPr sz="2100" b="1" i="1">
                <a:solidFill>
                  <a:schemeClr val="tx1">
                    <a:lumMod val="50000"/>
                    <a:lumOff val="50000"/>
                  </a:schemeClr>
                </a:solidFill>
                <a:latin typeface="Calibri" charset="0"/>
                <a:ea typeface="Calibri" charset="0"/>
                <a:cs typeface="Calibri"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Subhead</a:t>
            </a:r>
          </a:p>
        </p:txBody>
      </p:sp>
      <p:sp>
        <p:nvSpPr>
          <p:cNvPr id="10" name="Slide Number Placeholder 9"/>
          <p:cNvSpPr>
            <a:spLocks noGrp="1"/>
          </p:cNvSpPr>
          <p:nvPr>
            <p:ph type="sldNum" sz="quarter" idx="18"/>
          </p:nvPr>
        </p:nvSpPr>
        <p:spPr/>
        <p:txBody>
          <a:bodyPr/>
          <a:lstStyle>
            <a:lvl1pPr>
              <a:defRPr>
                <a:solidFill>
                  <a:srgbClr val="002855"/>
                </a:solidFill>
              </a:defRPr>
            </a:lvl1pPr>
          </a:lstStyle>
          <a:p>
            <a:fld id="{3DD97BEB-BAEF-0344-9D5C-EC73E478698A}" type="slidenum">
              <a:rPr lang="en-US" smtClean="0"/>
              <a:pPr/>
              <a:t>‹#›</a:t>
            </a:fld>
            <a:endParaRPr lang="en-US" dirty="0"/>
          </a:p>
        </p:txBody>
      </p:sp>
      <p:sp>
        <p:nvSpPr>
          <p:cNvPr id="4" name="TextBox 3">
            <a:extLst>
              <a:ext uri="{FF2B5EF4-FFF2-40B4-BE49-F238E27FC236}">
                <a16:creationId xmlns:a16="http://schemas.microsoft.com/office/drawing/2014/main" id="{78C300B2-530C-FA4A-A0D1-243431B9E26B}"/>
              </a:ext>
            </a:extLst>
          </p:cNvPr>
          <p:cNvSpPr txBox="1"/>
          <p:nvPr userDrawn="1"/>
        </p:nvSpPr>
        <p:spPr>
          <a:xfrm>
            <a:off x="814401" y="4654044"/>
            <a:ext cx="832865" cy="261610"/>
          </a:xfrm>
          <a:prstGeom prst="rect">
            <a:avLst/>
          </a:prstGeom>
          <a:noFill/>
        </p:spPr>
        <p:txBody>
          <a:bodyPr wrap="square" rtlCol="0">
            <a:spAutoFit/>
          </a:bodyPr>
          <a:lstStyle/>
          <a:p>
            <a:r>
              <a:rPr lang="en-US" sz="1100" b="1" dirty="0" err="1">
                <a:solidFill>
                  <a:srgbClr val="002855"/>
                </a:solidFill>
                <a:latin typeface="Calibri" panose="020F0502020204030204" pitchFamily="34" charset="0"/>
                <a:cs typeface="Calibri" panose="020F0502020204030204" pitchFamily="34" charset="0"/>
              </a:rPr>
              <a:t>ieee.org</a:t>
            </a:r>
            <a:endParaRPr lang="en-US" sz="1100" b="1" dirty="0">
              <a:solidFill>
                <a:srgbClr val="002855"/>
              </a:solidFill>
              <a:latin typeface="Calibri" panose="020F0502020204030204" pitchFamily="34" charset="0"/>
              <a:cs typeface="Calibri" panose="020F0502020204030204" pitchFamily="34" charset="0"/>
            </a:endParaRPr>
          </a:p>
        </p:txBody>
      </p:sp>
      <p:sp>
        <p:nvSpPr>
          <p:cNvPr id="25" name="Google Shape;15;p1">
            <a:extLst>
              <a:ext uri="{FF2B5EF4-FFF2-40B4-BE49-F238E27FC236}">
                <a16:creationId xmlns:a16="http://schemas.microsoft.com/office/drawing/2014/main" id="{52320A1D-5125-B302-1636-C48D547566DC}"/>
              </a:ext>
            </a:extLst>
          </p:cNvPr>
          <p:cNvSpPr txBox="1"/>
          <p:nvPr userDrawn="1"/>
        </p:nvSpPr>
        <p:spPr>
          <a:xfrm>
            <a:off x="0" y="4961588"/>
            <a:ext cx="9144000" cy="21544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 b="0" i="0" u="none" strike="noStrike" cap="none" dirty="0">
                <a:solidFill>
                  <a:srgbClr val="C7EAFB"/>
                </a:solidFill>
                <a:latin typeface="Calibri"/>
                <a:ea typeface="Calibri"/>
                <a:cs typeface="Calibri"/>
                <a:sym typeface="Calibri"/>
              </a:rPr>
              <a:t>The professional home for the engineering and technology community worldwide</a:t>
            </a:r>
            <a:endParaRPr dirty="0"/>
          </a:p>
        </p:txBody>
      </p:sp>
      <p:pic>
        <p:nvPicPr>
          <p:cNvPr id="5" name="Picture Placeholder 10" descr="A person wearing a hard hat and holding a tablet&#10;&#10;Description automatically generated">
            <a:extLst>
              <a:ext uri="{FF2B5EF4-FFF2-40B4-BE49-F238E27FC236}">
                <a16:creationId xmlns:a16="http://schemas.microsoft.com/office/drawing/2014/main" id="{1983CD9E-58BA-8497-EABE-8AEB7632EE71}"/>
              </a:ext>
            </a:extLst>
          </p:cNvPr>
          <p:cNvPicPr>
            <a:picLocks noChangeAspect="1"/>
          </p:cNvPicPr>
          <p:nvPr userDrawn="1"/>
        </p:nvPicPr>
        <p:blipFill>
          <a:blip r:embed="rId5" cstate="email">
            <a:extLst>
              <a:ext uri="{28A0092B-C50C-407E-A947-70E740481C1C}">
                <a14:useLocalDpi xmlns:a14="http://schemas.microsoft.com/office/drawing/2010/main"/>
              </a:ext>
            </a:extLst>
          </a:blip>
          <a:srcRect/>
          <a:stretch>
            <a:fillRect/>
          </a:stretch>
        </p:blipFill>
        <p:spPr>
          <a:xfrm>
            <a:off x="-551" y="506367"/>
            <a:ext cx="1828800" cy="1828800"/>
          </a:xfrm>
          <a:prstGeom prst="rect">
            <a:avLst/>
          </a:prstGeom>
        </p:spPr>
      </p:pic>
      <p:pic>
        <p:nvPicPr>
          <p:cNvPr id="6" name="Picture Placeholder 12" descr="A computer screen with numbers and lines&#10;&#10;Description automatically generated">
            <a:extLst>
              <a:ext uri="{FF2B5EF4-FFF2-40B4-BE49-F238E27FC236}">
                <a16:creationId xmlns:a16="http://schemas.microsoft.com/office/drawing/2014/main" id="{233133B5-4B0B-6DB8-7727-64E8DF6FA21D}"/>
              </a:ext>
            </a:extLst>
          </p:cNvPr>
          <p:cNvPicPr>
            <a:picLocks noChangeAspect="1"/>
          </p:cNvPicPr>
          <p:nvPr userDrawn="1"/>
        </p:nvPicPr>
        <p:blipFill>
          <a:blip r:embed="rId6" cstate="email">
            <a:extLst>
              <a:ext uri="{28A0092B-C50C-407E-A947-70E740481C1C}">
                <a14:useLocalDpi xmlns:a14="http://schemas.microsoft.com/office/drawing/2010/main"/>
              </a:ext>
            </a:extLst>
          </a:blip>
          <a:srcRect/>
          <a:stretch>
            <a:fillRect/>
          </a:stretch>
        </p:blipFill>
        <p:spPr>
          <a:xfrm>
            <a:off x="1812458" y="506367"/>
            <a:ext cx="1861485" cy="1831081"/>
          </a:xfrm>
          <a:prstGeom prst="rect">
            <a:avLst/>
          </a:prstGeom>
        </p:spPr>
      </p:pic>
      <p:pic>
        <p:nvPicPr>
          <p:cNvPr id="7" name="Picture Placeholder 14" descr="A person in a white coat working on a computer&#10;&#10;Description automatically generated">
            <a:extLst>
              <a:ext uri="{FF2B5EF4-FFF2-40B4-BE49-F238E27FC236}">
                <a16:creationId xmlns:a16="http://schemas.microsoft.com/office/drawing/2014/main" id="{C3704A6D-9A48-FAE2-A984-46EEBD384428}"/>
              </a:ext>
            </a:extLst>
          </p:cNvPr>
          <p:cNvPicPr>
            <a:picLocks noChangeAspect="1"/>
          </p:cNvPicPr>
          <p:nvPr userDrawn="1"/>
        </p:nvPicPr>
        <p:blipFill>
          <a:blip r:embed="rId7" cstate="email">
            <a:extLst>
              <a:ext uri="{28A0092B-C50C-407E-A947-70E740481C1C}">
                <a14:useLocalDpi xmlns:a14="http://schemas.microsoft.com/office/drawing/2010/main"/>
              </a:ext>
            </a:extLst>
          </a:blip>
          <a:srcRect/>
          <a:stretch>
            <a:fillRect/>
          </a:stretch>
        </p:blipFill>
        <p:spPr>
          <a:xfrm>
            <a:off x="3674266" y="506367"/>
            <a:ext cx="1817334" cy="1828800"/>
          </a:xfrm>
          <a:prstGeom prst="rect">
            <a:avLst/>
          </a:prstGeom>
        </p:spPr>
      </p:pic>
      <p:pic>
        <p:nvPicPr>
          <p:cNvPr id="9" name="Picture Placeholder 16" descr="A digital image of a person's head&#10;&#10;Description automatically generated">
            <a:extLst>
              <a:ext uri="{FF2B5EF4-FFF2-40B4-BE49-F238E27FC236}">
                <a16:creationId xmlns:a16="http://schemas.microsoft.com/office/drawing/2014/main" id="{F062005E-FA08-9FF9-21A3-3FC892EACB19}"/>
              </a:ext>
            </a:extLst>
          </p:cNvPr>
          <p:cNvPicPr>
            <a:picLocks noChangeAspect="1"/>
          </p:cNvPicPr>
          <p:nvPr userDrawn="1"/>
        </p:nvPicPr>
        <p:blipFill>
          <a:blip r:embed="rId8" cstate="email">
            <a:extLst>
              <a:ext uri="{28A0092B-C50C-407E-A947-70E740481C1C}">
                <a14:useLocalDpi xmlns:a14="http://schemas.microsoft.com/office/drawing/2010/main"/>
              </a:ext>
            </a:extLst>
          </a:blip>
          <a:srcRect/>
          <a:stretch>
            <a:fillRect/>
          </a:stretch>
        </p:blipFill>
        <p:spPr>
          <a:xfrm>
            <a:off x="5493599" y="506367"/>
            <a:ext cx="1837943" cy="1828800"/>
          </a:xfrm>
          <a:prstGeom prst="rect">
            <a:avLst/>
          </a:prstGeom>
        </p:spPr>
      </p:pic>
      <p:pic>
        <p:nvPicPr>
          <p:cNvPr id="11" name="Picture Placeholder 18" descr="A person using a video call&#10;&#10;Description automatically generated">
            <a:extLst>
              <a:ext uri="{FF2B5EF4-FFF2-40B4-BE49-F238E27FC236}">
                <a16:creationId xmlns:a16="http://schemas.microsoft.com/office/drawing/2014/main" id="{D97C07C5-B1A6-B762-9791-82B23BD26EB9}"/>
              </a:ext>
            </a:extLst>
          </p:cNvPr>
          <p:cNvPicPr>
            <a:picLocks noChangeAspect="1"/>
          </p:cNvPicPr>
          <p:nvPr userDrawn="1"/>
        </p:nvPicPr>
        <p:blipFill>
          <a:blip r:embed="rId9" cstate="email">
            <a:extLst>
              <a:ext uri="{28A0092B-C50C-407E-A947-70E740481C1C}">
                <a14:useLocalDpi xmlns:a14="http://schemas.microsoft.com/office/drawing/2010/main"/>
              </a:ext>
            </a:extLst>
          </a:blip>
          <a:srcRect/>
          <a:stretch>
            <a:fillRect/>
          </a:stretch>
        </p:blipFill>
        <p:spPr>
          <a:xfrm>
            <a:off x="7322401" y="506367"/>
            <a:ext cx="1836546" cy="1828800"/>
          </a:xfrm>
          <a:prstGeom prst="rect">
            <a:avLst/>
          </a:prstGeom>
        </p:spPr>
      </p:pic>
    </p:spTree>
    <p:extLst>
      <p:ext uri="{BB962C8B-B14F-4D97-AF65-F5344CB8AC3E}">
        <p14:creationId xmlns:p14="http://schemas.microsoft.com/office/powerpoint/2010/main" val="2488899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1D-Photos Unlocke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7F51B27-D6FD-578D-E914-AB069920A7DE}"/>
              </a:ext>
            </a:extLst>
          </p:cNvPr>
          <p:cNvPicPr>
            <a:picLocks noChangeAspect="1"/>
          </p:cNvPicPr>
          <p:nvPr userDrawn="1"/>
        </p:nvPicPr>
        <p:blipFill>
          <a:blip r:embed="rId2"/>
          <a:srcRect/>
          <a:stretch/>
        </p:blipFill>
        <p:spPr>
          <a:xfrm>
            <a:off x="1" y="-8147"/>
            <a:ext cx="9143998" cy="5143498"/>
          </a:xfrm>
          <a:prstGeom prst="rect">
            <a:avLst/>
          </a:prstGeom>
        </p:spPr>
      </p:pic>
      <p:pic>
        <p:nvPicPr>
          <p:cNvPr id="8" name="Picture 7">
            <a:extLst>
              <a:ext uri="{FF2B5EF4-FFF2-40B4-BE49-F238E27FC236}">
                <a16:creationId xmlns:a16="http://schemas.microsoft.com/office/drawing/2014/main" id="{B29407DB-9EC1-775D-729D-5F1A7B591069}"/>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1" y="4627165"/>
            <a:ext cx="9144000" cy="532631"/>
          </a:xfrm>
          <a:prstGeom prst="rect">
            <a:avLst/>
          </a:prstGeom>
        </p:spPr>
      </p:pic>
      <p:pic>
        <p:nvPicPr>
          <p:cNvPr id="20" name="Google Shape;20;p2">
            <a:extLst>
              <a:ext uri="{FF2B5EF4-FFF2-40B4-BE49-F238E27FC236}">
                <a16:creationId xmlns:a16="http://schemas.microsoft.com/office/drawing/2014/main" id="{BF545E2E-7AE8-E079-68E5-B4BBF7184120}"/>
              </a:ext>
            </a:extLst>
          </p:cNvPr>
          <p:cNvPicPr preferRelativeResize="0"/>
          <p:nvPr userDrawn="1"/>
        </p:nvPicPr>
        <p:blipFill rotWithShape="1">
          <a:blip r:embed="rId4" cstate="email">
            <a:alphaModFix/>
            <a:extLst>
              <a:ext uri="{28A0092B-C50C-407E-A947-70E740481C1C}">
                <a14:useLocalDpi xmlns:a14="http://schemas.microsoft.com/office/drawing/2010/main"/>
              </a:ext>
            </a:extLst>
          </a:blip>
          <a:srcRect/>
          <a:stretch/>
        </p:blipFill>
        <p:spPr>
          <a:xfrm>
            <a:off x="7613960" y="4131398"/>
            <a:ext cx="1221339" cy="681678"/>
          </a:xfrm>
          <a:prstGeom prst="rect">
            <a:avLst/>
          </a:prstGeom>
          <a:noFill/>
          <a:ln>
            <a:noFill/>
          </a:ln>
        </p:spPr>
      </p:pic>
      <p:sp>
        <p:nvSpPr>
          <p:cNvPr id="2" name="Title 1"/>
          <p:cNvSpPr>
            <a:spLocks noGrp="1"/>
          </p:cNvSpPr>
          <p:nvPr>
            <p:ph type="ctrTitle" hasCustomPrompt="1"/>
          </p:nvPr>
        </p:nvSpPr>
        <p:spPr>
          <a:xfrm>
            <a:off x="282289" y="2581643"/>
            <a:ext cx="8553009" cy="940768"/>
          </a:xfrm>
          <a:prstGeom prst="rect">
            <a:avLst/>
          </a:prstGeom>
        </p:spPr>
        <p:txBody>
          <a:bodyPr lIns="0" anchor="b">
            <a:normAutofit/>
          </a:bodyPr>
          <a:lstStyle>
            <a:lvl1pPr algn="l">
              <a:defRPr sz="3300" i="0">
                <a:solidFill>
                  <a:srgbClr val="002855"/>
                </a:solidFill>
              </a:defRPr>
            </a:lvl1pPr>
          </a:lstStyle>
          <a:p>
            <a:r>
              <a:rPr lang="en-US" dirty="0"/>
              <a:t>Presentation Title</a:t>
            </a:r>
          </a:p>
        </p:txBody>
      </p:sp>
      <p:sp>
        <p:nvSpPr>
          <p:cNvPr id="3" name="Subtitle 2"/>
          <p:cNvSpPr>
            <a:spLocks noGrp="1"/>
          </p:cNvSpPr>
          <p:nvPr>
            <p:ph type="subTitle" idx="1" hasCustomPrompt="1"/>
          </p:nvPr>
        </p:nvSpPr>
        <p:spPr>
          <a:xfrm>
            <a:off x="282290" y="3557482"/>
            <a:ext cx="7022970" cy="874829"/>
          </a:xfrm>
        </p:spPr>
        <p:txBody>
          <a:bodyPr lIns="0">
            <a:normAutofit/>
          </a:bodyPr>
          <a:lstStyle>
            <a:lvl1pPr marL="0" indent="0" algn="l">
              <a:buNone/>
              <a:defRPr sz="2100" b="1" i="1">
                <a:solidFill>
                  <a:schemeClr val="tx1">
                    <a:lumMod val="50000"/>
                    <a:lumOff val="50000"/>
                  </a:schemeClr>
                </a:solidFill>
                <a:latin typeface="Calibri" charset="0"/>
                <a:ea typeface="Calibri" charset="0"/>
                <a:cs typeface="Calibri"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Subhead</a:t>
            </a:r>
          </a:p>
        </p:txBody>
      </p:sp>
      <p:sp>
        <p:nvSpPr>
          <p:cNvPr id="10" name="Slide Number Placeholder 9"/>
          <p:cNvSpPr>
            <a:spLocks noGrp="1"/>
          </p:cNvSpPr>
          <p:nvPr>
            <p:ph type="sldNum" sz="quarter" idx="18"/>
          </p:nvPr>
        </p:nvSpPr>
        <p:spPr/>
        <p:txBody>
          <a:bodyPr/>
          <a:lstStyle>
            <a:lvl1pPr>
              <a:defRPr>
                <a:solidFill>
                  <a:srgbClr val="002855"/>
                </a:solidFill>
              </a:defRPr>
            </a:lvl1pPr>
          </a:lstStyle>
          <a:p>
            <a:fld id="{3DD97BEB-BAEF-0344-9D5C-EC73E478698A}" type="slidenum">
              <a:rPr lang="en-US" smtClean="0"/>
              <a:pPr/>
              <a:t>‹#›</a:t>
            </a:fld>
            <a:endParaRPr lang="en-US" dirty="0"/>
          </a:p>
        </p:txBody>
      </p:sp>
      <p:sp>
        <p:nvSpPr>
          <p:cNvPr id="4" name="TextBox 3">
            <a:extLst>
              <a:ext uri="{FF2B5EF4-FFF2-40B4-BE49-F238E27FC236}">
                <a16:creationId xmlns:a16="http://schemas.microsoft.com/office/drawing/2014/main" id="{78C300B2-530C-FA4A-A0D1-243431B9E26B}"/>
              </a:ext>
            </a:extLst>
          </p:cNvPr>
          <p:cNvSpPr txBox="1"/>
          <p:nvPr userDrawn="1"/>
        </p:nvSpPr>
        <p:spPr>
          <a:xfrm>
            <a:off x="814401" y="4654044"/>
            <a:ext cx="832865" cy="261610"/>
          </a:xfrm>
          <a:prstGeom prst="rect">
            <a:avLst/>
          </a:prstGeom>
          <a:noFill/>
        </p:spPr>
        <p:txBody>
          <a:bodyPr wrap="square" rtlCol="0">
            <a:spAutoFit/>
          </a:bodyPr>
          <a:lstStyle/>
          <a:p>
            <a:r>
              <a:rPr lang="en-US" sz="1100" b="1" dirty="0" err="1">
                <a:solidFill>
                  <a:srgbClr val="002855"/>
                </a:solidFill>
                <a:latin typeface="Calibri" panose="020F0502020204030204" pitchFamily="34" charset="0"/>
                <a:cs typeface="Calibri" panose="020F0502020204030204" pitchFamily="34" charset="0"/>
              </a:rPr>
              <a:t>ieee.org</a:t>
            </a:r>
            <a:endParaRPr lang="en-US" sz="1100" b="1" dirty="0">
              <a:solidFill>
                <a:srgbClr val="002855"/>
              </a:solidFill>
              <a:latin typeface="Calibri" panose="020F0502020204030204" pitchFamily="34" charset="0"/>
              <a:cs typeface="Calibri" panose="020F0502020204030204" pitchFamily="34" charset="0"/>
            </a:endParaRPr>
          </a:p>
        </p:txBody>
      </p:sp>
      <p:sp>
        <p:nvSpPr>
          <p:cNvPr id="25" name="Google Shape;15;p1">
            <a:extLst>
              <a:ext uri="{FF2B5EF4-FFF2-40B4-BE49-F238E27FC236}">
                <a16:creationId xmlns:a16="http://schemas.microsoft.com/office/drawing/2014/main" id="{52320A1D-5125-B302-1636-C48D547566DC}"/>
              </a:ext>
            </a:extLst>
          </p:cNvPr>
          <p:cNvSpPr txBox="1"/>
          <p:nvPr userDrawn="1"/>
        </p:nvSpPr>
        <p:spPr>
          <a:xfrm>
            <a:off x="0" y="4961588"/>
            <a:ext cx="9144000" cy="21544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 b="0" i="0" u="none" strike="noStrike" cap="none" dirty="0">
                <a:solidFill>
                  <a:srgbClr val="C7EAFB"/>
                </a:solidFill>
                <a:latin typeface="Calibri"/>
                <a:ea typeface="Calibri"/>
                <a:cs typeface="Calibri"/>
                <a:sym typeface="Calibri"/>
              </a:rPr>
              <a:t>The professional home for the engineering and technology community worldwide</a:t>
            </a:r>
            <a:endParaRPr dirty="0"/>
          </a:p>
        </p:txBody>
      </p:sp>
      <p:sp>
        <p:nvSpPr>
          <p:cNvPr id="5" name="Picture Placeholder 2">
            <a:extLst>
              <a:ext uri="{FF2B5EF4-FFF2-40B4-BE49-F238E27FC236}">
                <a16:creationId xmlns:a16="http://schemas.microsoft.com/office/drawing/2014/main" id="{C15FADBE-3A29-1E95-9C47-935083B27C71}"/>
              </a:ext>
            </a:extLst>
          </p:cNvPr>
          <p:cNvSpPr>
            <a:spLocks noGrp="1"/>
          </p:cNvSpPr>
          <p:nvPr>
            <p:ph type="pic" sz="quarter" idx="13" hasCustomPrompt="1"/>
          </p:nvPr>
        </p:nvSpPr>
        <p:spPr>
          <a:xfrm>
            <a:off x="-551" y="506367"/>
            <a:ext cx="1828800" cy="1828800"/>
          </a:xfrm>
          <a:solidFill>
            <a:schemeClr val="bg1"/>
          </a:solidFill>
        </p:spPr>
        <p:txBody>
          <a:bodyPr anchor="b">
            <a:normAutofit/>
          </a:bodyPr>
          <a:lstStyle>
            <a:lvl1pPr marL="123825" indent="0" algn="ctr">
              <a:buNone/>
              <a:defRPr sz="1400">
                <a:solidFill>
                  <a:srgbClr val="0066A1"/>
                </a:solidFill>
              </a:defRPr>
            </a:lvl1pPr>
          </a:lstStyle>
          <a:p>
            <a:r>
              <a:rPr lang="en-US" dirty="0"/>
              <a:t>Click to Insert Photo</a:t>
            </a:r>
          </a:p>
        </p:txBody>
      </p:sp>
      <p:sp>
        <p:nvSpPr>
          <p:cNvPr id="6" name="Picture Placeholder 2">
            <a:extLst>
              <a:ext uri="{FF2B5EF4-FFF2-40B4-BE49-F238E27FC236}">
                <a16:creationId xmlns:a16="http://schemas.microsoft.com/office/drawing/2014/main" id="{80A25B10-0BC1-34CB-1AE9-91D80CD073BD}"/>
              </a:ext>
            </a:extLst>
          </p:cNvPr>
          <p:cNvSpPr>
            <a:spLocks noGrp="1" noChangeAspect="1"/>
          </p:cNvSpPr>
          <p:nvPr>
            <p:ph type="pic" sz="quarter" idx="14" hasCustomPrompt="1"/>
          </p:nvPr>
        </p:nvSpPr>
        <p:spPr>
          <a:xfrm>
            <a:off x="1812458" y="506367"/>
            <a:ext cx="1861485" cy="1831081"/>
          </a:xfrm>
          <a:prstGeom prst="rect">
            <a:avLst/>
          </a:prstGeom>
          <a:solidFill>
            <a:schemeClr val="bg1"/>
          </a:solidFill>
        </p:spPr>
        <p:txBody>
          <a:bodyPr anchor="b">
            <a:normAutofit/>
          </a:bodyPr>
          <a:lstStyle>
            <a:lvl1pPr marL="123825" indent="0" algn="ctr">
              <a:buNone/>
              <a:defRPr sz="1400">
                <a:solidFill>
                  <a:srgbClr val="0066A1"/>
                </a:solidFill>
              </a:defRPr>
            </a:lvl1pPr>
          </a:lstStyle>
          <a:p>
            <a:r>
              <a:rPr lang="en-US" dirty="0"/>
              <a:t>Click to Insert Photo</a:t>
            </a:r>
          </a:p>
        </p:txBody>
      </p:sp>
      <p:sp>
        <p:nvSpPr>
          <p:cNvPr id="7" name="Picture Placeholder 2">
            <a:extLst>
              <a:ext uri="{FF2B5EF4-FFF2-40B4-BE49-F238E27FC236}">
                <a16:creationId xmlns:a16="http://schemas.microsoft.com/office/drawing/2014/main" id="{C87B41E3-9465-5800-4CC3-1599D54B45F6}"/>
              </a:ext>
            </a:extLst>
          </p:cNvPr>
          <p:cNvSpPr>
            <a:spLocks noGrp="1"/>
          </p:cNvSpPr>
          <p:nvPr>
            <p:ph type="pic" sz="quarter" idx="15" hasCustomPrompt="1"/>
          </p:nvPr>
        </p:nvSpPr>
        <p:spPr>
          <a:xfrm>
            <a:off x="3674266" y="506367"/>
            <a:ext cx="1817334" cy="1828800"/>
          </a:xfrm>
          <a:solidFill>
            <a:schemeClr val="bg1"/>
          </a:solidFill>
        </p:spPr>
        <p:txBody>
          <a:bodyPr anchor="b">
            <a:normAutofit/>
          </a:bodyPr>
          <a:lstStyle>
            <a:lvl1pPr marL="123825" indent="0" algn="ctr">
              <a:buNone/>
              <a:defRPr sz="1400">
                <a:solidFill>
                  <a:srgbClr val="0066A1"/>
                </a:solidFill>
              </a:defRPr>
            </a:lvl1pPr>
          </a:lstStyle>
          <a:p>
            <a:r>
              <a:rPr lang="en-US" dirty="0"/>
              <a:t>Click to Insert Photo</a:t>
            </a:r>
          </a:p>
        </p:txBody>
      </p:sp>
      <p:sp>
        <p:nvSpPr>
          <p:cNvPr id="9" name="Picture Placeholder 2">
            <a:extLst>
              <a:ext uri="{FF2B5EF4-FFF2-40B4-BE49-F238E27FC236}">
                <a16:creationId xmlns:a16="http://schemas.microsoft.com/office/drawing/2014/main" id="{75824EB5-3550-BCA0-C7FF-9BD2CA57949D}"/>
              </a:ext>
            </a:extLst>
          </p:cNvPr>
          <p:cNvSpPr>
            <a:spLocks noGrp="1"/>
          </p:cNvSpPr>
          <p:nvPr>
            <p:ph type="pic" sz="quarter" idx="16" hasCustomPrompt="1"/>
          </p:nvPr>
        </p:nvSpPr>
        <p:spPr>
          <a:xfrm>
            <a:off x="5493599" y="506367"/>
            <a:ext cx="1837943" cy="1828800"/>
          </a:xfrm>
          <a:solidFill>
            <a:schemeClr val="bg1"/>
          </a:solidFill>
        </p:spPr>
        <p:txBody>
          <a:bodyPr anchor="b">
            <a:normAutofit/>
          </a:bodyPr>
          <a:lstStyle>
            <a:lvl1pPr marL="123825" indent="0" algn="ctr">
              <a:buNone/>
              <a:defRPr sz="1400">
                <a:solidFill>
                  <a:srgbClr val="0066A1"/>
                </a:solidFill>
              </a:defRPr>
            </a:lvl1pPr>
          </a:lstStyle>
          <a:p>
            <a:r>
              <a:rPr lang="en-US" dirty="0"/>
              <a:t>Click to Insert Photo</a:t>
            </a:r>
          </a:p>
        </p:txBody>
      </p:sp>
      <p:sp>
        <p:nvSpPr>
          <p:cNvPr id="11" name="Picture Placeholder 2">
            <a:extLst>
              <a:ext uri="{FF2B5EF4-FFF2-40B4-BE49-F238E27FC236}">
                <a16:creationId xmlns:a16="http://schemas.microsoft.com/office/drawing/2014/main" id="{7314601B-6241-4ED7-E8F6-B3CB1AF27926}"/>
              </a:ext>
            </a:extLst>
          </p:cNvPr>
          <p:cNvSpPr>
            <a:spLocks noGrp="1"/>
          </p:cNvSpPr>
          <p:nvPr>
            <p:ph type="pic" sz="quarter" idx="17" hasCustomPrompt="1"/>
          </p:nvPr>
        </p:nvSpPr>
        <p:spPr>
          <a:xfrm>
            <a:off x="7322401" y="506367"/>
            <a:ext cx="1836546" cy="1828800"/>
          </a:xfrm>
          <a:solidFill>
            <a:schemeClr val="bg1"/>
          </a:solidFill>
        </p:spPr>
        <p:txBody>
          <a:bodyPr anchor="b">
            <a:normAutofit/>
          </a:bodyPr>
          <a:lstStyle>
            <a:lvl1pPr marL="123825" indent="0" algn="ctr">
              <a:buNone/>
              <a:defRPr sz="1400">
                <a:solidFill>
                  <a:srgbClr val="0066A1"/>
                </a:solidFill>
              </a:defRPr>
            </a:lvl1pPr>
          </a:lstStyle>
          <a:p>
            <a:r>
              <a:rPr lang="en-US" dirty="0"/>
              <a:t>Click to Insert Photo</a:t>
            </a:r>
          </a:p>
        </p:txBody>
      </p:sp>
    </p:spTree>
    <p:extLst>
      <p:ext uri="{BB962C8B-B14F-4D97-AF65-F5344CB8AC3E}">
        <p14:creationId xmlns:p14="http://schemas.microsoft.com/office/powerpoint/2010/main" val="2502921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Slide 1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7F51B27-D6FD-578D-E914-AB069920A7DE}"/>
              </a:ext>
            </a:extLst>
          </p:cNvPr>
          <p:cNvPicPr>
            <a:picLocks noChangeAspect="1"/>
          </p:cNvPicPr>
          <p:nvPr userDrawn="1"/>
        </p:nvPicPr>
        <p:blipFill>
          <a:blip r:embed="rId2"/>
          <a:srcRect/>
          <a:stretch/>
        </p:blipFill>
        <p:spPr>
          <a:xfrm>
            <a:off x="1" y="-8147"/>
            <a:ext cx="9143998" cy="5143498"/>
          </a:xfrm>
          <a:prstGeom prst="rect">
            <a:avLst/>
          </a:prstGeom>
        </p:spPr>
      </p:pic>
      <p:pic>
        <p:nvPicPr>
          <p:cNvPr id="8" name="Picture 7">
            <a:extLst>
              <a:ext uri="{FF2B5EF4-FFF2-40B4-BE49-F238E27FC236}">
                <a16:creationId xmlns:a16="http://schemas.microsoft.com/office/drawing/2014/main" id="{B29407DB-9EC1-775D-729D-5F1A7B591069}"/>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1" y="4627165"/>
            <a:ext cx="9144000" cy="532631"/>
          </a:xfrm>
          <a:prstGeom prst="rect">
            <a:avLst/>
          </a:prstGeom>
        </p:spPr>
      </p:pic>
      <p:pic>
        <p:nvPicPr>
          <p:cNvPr id="20" name="Google Shape;20;p2">
            <a:extLst>
              <a:ext uri="{FF2B5EF4-FFF2-40B4-BE49-F238E27FC236}">
                <a16:creationId xmlns:a16="http://schemas.microsoft.com/office/drawing/2014/main" id="{BF545E2E-7AE8-E079-68E5-B4BBF7184120}"/>
              </a:ext>
            </a:extLst>
          </p:cNvPr>
          <p:cNvPicPr preferRelativeResize="0"/>
          <p:nvPr userDrawn="1"/>
        </p:nvPicPr>
        <p:blipFill rotWithShape="1">
          <a:blip r:embed="rId4" cstate="email">
            <a:alphaModFix/>
            <a:extLst>
              <a:ext uri="{28A0092B-C50C-407E-A947-70E740481C1C}">
                <a14:useLocalDpi xmlns:a14="http://schemas.microsoft.com/office/drawing/2010/main"/>
              </a:ext>
            </a:extLst>
          </a:blip>
          <a:srcRect/>
          <a:stretch/>
        </p:blipFill>
        <p:spPr>
          <a:xfrm>
            <a:off x="7613960" y="4131398"/>
            <a:ext cx="1221339" cy="681678"/>
          </a:xfrm>
          <a:prstGeom prst="rect">
            <a:avLst/>
          </a:prstGeom>
          <a:noFill/>
          <a:ln>
            <a:noFill/>
          </a:ln>
        </p:spPr>
      </p:pic>
      <p:sp>
        <p:nvSpPr>
          <p:cNvPr id="10" name="Slide Number Placeholder 9"/>
          <p:cNvSpPr>
            <a:spLocks noGrp="1"/>
          </p:cNvSpPr>
          <p:nvPr>
            <p:ph type="sldNum" sz="quarter" idx="18"/>
          </p:nvPr>
        </p:nvSpPr>
        <p:spPr/>
        <p:txBody>
          <a:bodyPr/>
          <a:lstStyle>
            <a:lvl1pPr>
              <a:defRPr>
                <a:solidFill>
                  <a:srgbClr val="002855"/>
                </a:solidFill>
              </a:defRPr>
            </a:lvl1pPr>
          </a:lstStyle>
          <a:p>
            <a:fld id="{3DD97BEB-BAEF-0344-9D5C-EC73E478698A}" type="slidenum">
              <a:rPr lang="en-US" smtClean="0"/>
              <a:pPr/>
              <a:t>‹#›</a:t>
            </a:fld>
            <a:endParaRPr lang="en-US" dirty="0"/>
          </a:p>
        </p:txBody>
      </p:sp>
      <p:sp>
        <p:nvSpPr>
          <p:cNvPr id="4" name="TextBox 3">
            <a:extLst>
              <a:ext uri="{FF2B5EF4-FFF2-40B4-BE49-F238E27FC236}">
                <a16:creationId xmlns:a16="http://schemas.microsoft.com/office/drawing/2014/main" id="{78C300B2-530C-FA4A-A0D1-243431B9E26B}"/>
              </a:ext>
            </a:extLst>
          </p:cNvPr>
          <p:cNvSpPr txBox="1"/>
          <p:nvPr userDrawn="1"/>
        </p:nvSpPr>
        <p:spPr>
          <a:xfrm>
            <a:off x="814401" y="4654044"/>
            <a:ext cx="832865" cy="261610"/>
          </a:xfrm>
          <a:prstGeom prst="rect">
            <a:avLst/>
          </a:prstGeom>
          <a:noFill/>
        </p:spPr>
        <p:txBody>
          <a:bodyPr wrap="square" rtlCol="0">
            <a:spAutoFit/>
          </a:bodyPr>
          <a:lstStyle/>
          <a:p>
            <a:r>
              <a:rPr lang="en-US" sz="1100" b="1" dirty="0" err="1">
                <a:solidFill>
                  <a:srgbClr val="002855"/>
                </a:solidFill>
                <a:latin typeface="Calibri" panose="020F0502020204030204" pitchFamily="34" charset="0"/>
                <a:cs typeface="Calibri" panose="020F0502020204030204" pitchFamily="34" charset="0"/>
              </a:rPr>
              <a:t>ieee.org</a:t>
            </a:r>
            <a:endParaRPr lang="en-US" sz="1100" b="1" dirty="0">
              <a:solidFill>
                <a:srgbClr val="002855"/>
              </a:solidFill>
              <a:latin typeface="Calibri" panose="020F0502020204030204" pitchFamily="34" charset="0"/>
              <a:cs typeface="Calibri" panose="020F0502020204030204" pitchFamily="34" charset="0"/>
            </a:endParaRPr>
          </a:p>
        </p:txBody>
      </p:sp>
      <p:sp>
        <p:nvSpPr>
          <p:cNvPr id="25" name="Google Shape;15;p1">
            <a:extLst>
              <a:ext uri="{FF2B5EF4-FFF2-40B4-BE49-F238E27FC236}">
                <a16:creationId xmlns:a16="http://schemas.microsoft.com/office/drawing/2014/main" id="{52320A1D-5125-B302-1636-C48D547566DC}"/>
              </a:ext>
            </a:extLst>
          </p:cNvPr>
          <p:cNvSpPr txBox="1"/>
          <p:nvPr userDrawn="1"/>
        </p:nvSpPr>
        <p:spPr>
          <a:xfrm>
            <a:off x="0" y="4961588"/>
            <a:ext cx="9144000" cy="21544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 b="0" i="0" u="none" strike="noStrike" cap="none" dirty="0">
                <a:solidFill>
                  <a:srgbClr val="C7EAFB"/>
                </a:solidFill>
                <a:latin typeface="Calibri"/>
                <a:ea typeface="Calibri"/>
                <a:cs typeface="Calibri"/>
                <a:sym typeface="Calibri"/>
              </a:rPr>
              <a:t>The professional home for the engineering and technology community worldwide</a:t>
            </a:r>
            <a:endParaRPr dirty="0"/>
          </a:p>
        </p:txBody>
      </p:sp>
      <p:sp>
        <p:nvSpPr>
          <p:cNvPr id="13" name="Title 1">
            <a:extLst>
              <a:ext uri="{FF2B5EF4-FFF2-40B4-BE49-F238E27FC236}">
                <a16:creationId xmlns:a16="http://schemas.microsoft.com/office/drawing/2014/main" id="{BF31D605-ADDB-54A4-FC63-4B18372882C9}"/>
              </a:ext>
            </a:extLst>
          </p:cNvPr>
          <p:cNvSpPr>
            <a:spLocks noGrp="1"/>
          </p:cNvSpPr>
          <p:nvPr>
            <p:ph type="title" hasCustomPrompt="1"/>
          </p:nvPr>
        </p:nvSpPr>
        <p:spPr>
          <a:xfrm>
            <a:off x="282289" y="2002971"/>
            <a:ext cx="8553009" cy="1064971"/>
          </a:xfrm>
          <a:prstGeom prst="rect">
            <a:avLst/>
          </a:prstGeom>
        </p:spPr>
        <p:txBody>
          <a:bodyPr lIns="0" anchor="b">
            <a:normAutofit/>
          </a:bodyPr>
          <a:lstStyle>
            <a:lvl1pPr>
              <a:defRPr sz="3300" i="0">
                <a:solidFill>
                  <a:srgbClr val="002855"/>
                </a:solidFill>
              </a:defRPr>
            </a:lvl1pPr>
          </a:lstStyle>
          <a:p>
            <a:r>
              <a:rPr lang="en-US" dirty="0"/>
              <a:t>Divider Title</a:t>
            </a:r>
          </a:p>
        </p:txBody>
      </p:sp>
      <p:sp>
        <p:nvSpPr>
          <p:cNvPr id="14" name="Text Placeholder 2">
            <a:extLst>
              <a:ext uri="{FF2B5EF4-FFF2-40B4-BE49-F238E27FC236}">
                <a16:creationId xmlns:a16="http://schemas.microsoft.com/office/drawing/2014/main" id="{404A8526-DBEB-ABFE-0AA2-2CF6022C45EE}"/>
              </a:ext>
            </a:extLst>
          </p:cNvPr>
          <p:cNvSpPr>
            <a:spLocks noGrp="1"/>
          </p:cNvSpPr>
          <p:nvPr>
            <p:ph type="body" idx="1" hasCustomPrompt="1"/>
          </p:nvPr>
        </p:nvSpPr>
        <p:spPr>
          <a:xfrm>
            <a:off x="282290" y="3088182"/>
            <a:ext cx="8553008" cy="815369"/>
          </a:xfrm>
        </p:spPr>
        <p:txBody>
          <a:bodyPr lIns="0">
            <a:normAutofit/>
          </a:bodyPr>
          <a:lstStyle>
            <a:lvl1pPr marL="0" indent="0">
              <a:buNone/>
              <a:defRPr sz="2100" b="1" i="1">
                <a:solidFill>
                  <a:schemeClr val="tx1">
                    <a:lumMod val="50000"/>
                    <a:lumOff val="50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Subhead</a:t>
            </a:r>
          </a:p>
        </p:txBody>
      </p:sp>
    </p:spTree>
    <p:extLst>
      <p:ext uri="{BB962C8B-B14F-4D97-AF65-F5344CB8AC3E}">
        <p14:creationId xmlns:p14="http://schemas.microsoft.com/office/powerpoint/2010/main" val="848108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2A-Photos Locke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7F51B27-D6FD-578D-E914-AB069920A7DE}"/>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 y="-10457"/>
            <a:ext cx="9143998" cy="5148117"/>
          </a:xfrm>
          <a:prstGeom prst="rect">
            <a:avLst/>
          </a:prstGeom>
        </p:spPr>
      </p:pic>
      <p:pic>
        <p:nvPicPr>
          <p:cNvPr id="8" name="Picture 7">
            <a:extLst>
              <a:ext uri="{FF2B5EF4-FFF2-40B4-BE49-F238E27FC236}">
                <a16:creationId xmlns:a16="http://schemas.microsoft.com/office/drawing/2014/main" id="{B29407DB-9EC1-775D-729D-5F1A7B591069}"/>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1" y="4627165"/>
            <a:ext cx="9144000" cy="532631"/>
          </a:xfrm>
          <a:prstGeom prst="rect">
            <a:avLst/>
          </a:prstGeom>
        </p:spPr>
      </p:pic>
      <p:pic>
        <p:nvPicPr>
          <p:cNvPr id="20" name="Google Shape;20;p2">
            <a:extLst>
              <a:ext uri="{FF2B5EF4-FFF2-40B4-BE49-F238E27FC236}">
                <a16:creationId xmlns:a16="http://schemas.microsoft.com/office/drawing/2014/main" id="{BF545E2E-7AE8-E079-68E5-B4BBF7184120}"/>
              </a:ext>
            </a:extLst>
          </p:cNvPr>
          <p:cNvPicPr preferRelativeResize="0"/>
          <p:nvPr userDrawn="1"/>
        </p:nvPicPr>
        <p:blipFill rotWithShape="1">
          <a:blip r:embed="rId4" cstate="email">
            <a:alphaModFix/>
            <a:extLst>
              <a:ext uri="{28A0092B-C50C-407E-A947-70E740481C1C}">
                <a14:useLocalDpi xmlns:a14="http://schemas.microsoft.com/office/drawing/2010/main"/>
              </a:ext>
            </a:extLst>
          </a:blip>
          <a:srcRect/>
          <a:stretch/>
        </p:blipFill>
        <p:spPr>
          <a:xfrm>
            <a:off x="7613960" y="4131398"/>
            <a:ext cx="1221339" cy="681678"/>
          </a:xfrm>
          <a:prstGeom prst="rect">
            <a:avLst/>
          </a:prstGeom>
          <a:noFill/>
          <a:ln>
            <a:noFill/>
          </a:ln>
        </p:spPr>
      </p:pic>
      <p:sp>
        <p:nvSpPr>
          <p:cNvPr id="2" name="Title 1"/>
          <p:cNvSpPr>
            <a:spLocks noGrp="1"/>
          </p:cNvSpPr>
          <p:nvPr>
            <p:ph type="ctrTitle" hasCustomPrompt="1"/>
          </p:nvPr>
        </p:nvSpPr>
        <p:spPr>
          <a:xfrm>
            <a:off x="282289" y="2581643"/>
            <a:ext cx="7022971" cy="940768"/>
          </a:xfrm>
          <a:prstGeom prst="rect">
            <a:avLst/>
          </a:prstGeom>
        </p:spPr>
        <p:txBody>
          <a:bodyPr lIns="0" anchor="b">
            <a:normAutofit/>
          </a:bodyPr>
          <a:lstStyle>
            <a:lvl1pPr algn="l">
              <a:defRPr sz="3300" i="0">
                <a:solidFill>
                  <a:srgbClr val="002855"/>
                </a:solidFill>
              </a:defRPr>
            </a:lvl1pPr>
          </a:lstStyle>
          <a:p>
            <a:r>
              <a:rPr lang="en-US" dirty="0"/>
              <a:t>Presentation Title</a:t>
            </a:r>
          </a:p>
        </p:txBody>
      </p:sp>
      <p:sp>
        <p:nvSpPr>
          <p:cNvPr id="3" name="Subtitle 2"/>
          <p:cNvSpPr>
            <a:spLocks noGrp="1"/>
          </p:cNvSpPr>
          <p:nvPr>
            <p:ph type="subTitle" idx="1" hasCustomPrompt="1"/>
          </p:nvPr>
        </p:nvSpPr>
        <p:spPr>
          <a:xfrm>
            <a:off x="282290" y="3557482"/>
            <a:ext cx="7022970" cy="874829"/>
          </a:xfrm>
        </p:spPr>
        <p:txBody>
          <a:bodyPr lIns="0">
            <a:normAutofit/>
          </a:bodyPr>
          <a:lstStyle>
            <a:lvl1pPr marL="0" indent="0" algn="l">
              <a:buNone/>
              <a:defRPr sz="2100" b="1" i="1">
                <a:solidFill>
                  <a:schemeClr val="tx1">
                    <a:lumMod val="50000"/>
                    <a:lumOff val="50000"/>
                  </a:schemeClr>
                </a:solidFill>
                <a:latin typeface="Calibri" charset="0"/>
                <a:ea typeface="Calibri" charset="0"/>
                <a:cs typeface="Calibri"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Subhead</a:t>
            </a:r>
          </a:p>
        </p:txBody>
      </p:sp>
      <p:sp>
        <p:nvSpPr>
          <p:cNvPr id="10" name="Slide Number Placeholder 9"/>
          <p:cNvSpPr>
            <a:spLocks noGrp="1"/>
          </p:cNvSpPr>
          <p:nvPr>
            <p:ph type="sldNum" sz="quarter" idx="18"/>
          </p:nvPr>
        </p:nvSpPr>
        <p:spPr/>
        <p:txBody>
          <a:bodyPr/>
          <a:lstStyle>
            <a:lvl1pPr>
              <a:defRPr>
                <a:solidFill>
                  <a:srgbClr val="002855"/>
                </a:solidFill>
              </a:defRPr>
            </a:lvl1pPr>
          </a:lstStyle>
          <a:p>
            <a:fld id="{3DD97BEB-BAEF-0344-9D5C-EC73E478698A}" type="slidenum">
              <a:rPr lang="en-US" smtClean="0"/>
              <a:pPr/>
              <a:t>‹#›</a:t>
            </a:fld>
            <a:endParaRPr lang="en-US" dirty="0"/>
          </a:p>
        </p:txBody>
      </p:sp>
      <p:sp>
        <p:nvSpPr>
          <p:cNvPr id="4" name="TextBox 3">
            <a:extLst>
              <a:ext uri="{FF2B5EF4-FFF2-40B4-BE49-F238E27FC236}">
                <a16:creationId xmlns:a16="http://schemas.microsoft.com/office/drawing/2014/main" id="{78C300B2-530C-FA4A-A0D1-243431B9E26B}"/>
              </a:ext>
            </a:extLst>
          </p:cNvPr>
          <p:cNvSpPr txBox="1"/>
          <p:nvPr userDrawn="1"/>
        </p:nvSpPr>
        <p:spPr>
          <a:xfrm>
            <a:off x="814401" y="4654044"/>
            <a:ext cx="832865" cy="261610"/>
          </a:xfrm>
          <a:prstGeom prst="rect">
            <a:avLst/>
          </a:prstGeom>
          <a:noFill/>
        </p:spPr>
        <p:txBody>
          <a:bodyPr wrap="square" rtlCol="0">
            <a:spAutoFit/>
          </a:bodyPr>
          <a:lstStyle/>
          <a:p>
            <a:r>
              <a:rPr lang="en-US" sz="1100" b="1" dirty="0" err="1">
                <a:solidFill>
                  <a:srgbClr val="002855"/>
                </a:solidFill>
                <a:latin typeface="Calibri" panose="020F0502020204030204" pitchFamily="34" charset="0"/>
                <a:cs typeface="Calibri" panose="020F0502020204030204" pitchFamily="34" charset="0"/>
              </a:rPr>
              <a:t>ieee.org</a:t>
            </a:r>
            <a:endParaRPr lang="en-US" sz="1100" b="1" dirty="0">
              <a:solidFill>
                <a:srgbClr val="002855"/>
              </a:solidFill>
              <a:latin typeface="Calibri" panose="020F0502020204030204" pitchFamily="34" charset="0"/>
              <a:cs typeface="Calibri" panose="020F0502020204030204" pitchFamily="34" charset="0"/>
            </a:endParaRPr>
          </a:p>
        </p:txBody>
      </p:sp>
      <p:sp>
        <p:nvSpPr>
          <p:cNvPr id="25" name="Google Shape;15;p1">
            <a:extLst>
              <a:ext uri="{FF2B5EF4-FFF2-40B4-BE49-F238E27FC236}">
                <a16:creationId xmlns:a16="http://schemas.microsoft.com/office/drawing/2014/main" id="{52320A1D-5125-B302-1636-C48D547566DC}"/>
              </a:ext>
            </a:extLst>
          </p:cNvPr>
          <p:cNvSpPr txBox="1"/>
          <p:nvPr userDrawn="1"/>
        </p:nvSpPr>
        <p:spPr>
          <a:xfrm>
            <a:off x="0" y="4961588"/>
            <a:ext cx="9144000" cy="21544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 b="0" i="0" u="none" strike="noStrike" cap="none" dirty="0">
                <a:solidFill>
                  <a:srgbClr val="C7EAFB"/>
                </a:solidFill>
                <a:latin typeface="Calibri"/>
                <a:ea typeface="Calibri"/>
                <a:cs typeface="Calibri"/>
                <a:sym typeface="Calibri"/>
              </a:rPr>
              <a:t>The professional home for the engineering and technology community worldwide</a:t>
            </a:r>
            <a:endParaRPr dirty="0"/>
          </a:p>
        </p:txBody>
      </p:sp>
      <p:pic>
        <p:nvPicPr>
          <p:cNvPr id="11" name="Picture Placeholder 9" descr="A group of people wearing hard hats and jackets looking at a computer screen&#10;&#10;Description automatically generated">
            <a:extLst>
              <a:ext uri="{FF2B5EF4-FFF2-40B4-BE49-F238E27FC236}">
                <a16:creationId xmlns:a16="http://schemas.microsoft.com/office/drawing/2014/main" id="{971E8037-2F71-478A-7B70-1B9B8BCC4F47}"/>
              </a:ext>
            </a:extLst>
          </p:cNvPr>
          <p:cNvPicPr>
            <a:picLocks noChangeAspect="1"/>
          </p:cNvPicPr>
          <p:nvPr userDrawn="1"/>
        </p:nvPicPr>
        <p:blipFill>
          <a:blip r:embed="rId5" cstate="email">
            <a:extLst>
              <a:ext uri="{28A0092B-C50C-407E-A947-70E740481C1C}">
                <a14:useLocalDpi xmlns:a14="http://schemas.microsoft.com/office/drawing/2010/main"/>
              </a:ext>
            </a:extLst>
          </a:blip>
          <a:srcRect/>
          <a:stretch>
            <a:fillRect/>
          </a:stretch>
        </p:blipFill>
        <p:spPr>
          <a:xfrm>
            <a:off x="-487630" y="-275587"/>
            <a:ext cx="2633567" cy="2633016"/>
          </a:xfrm>
          <a:prstGeom prst="ellipse">
            <a:avLst/>
          </a:prstGeom>
        </p:spPr>
      </p:pic>
      <p:pic>
        <p:nvPicPr>
          <p:cNvPr id="17" name="Picture Placeholder 17" descr="A group of people in a meeting&#10;&#10;Description automatically generated">
            <a:extLst>
              <a:ext uri="{FF2B5EF4-FFF2-40B4-BE49-F238E27FC236}">
                <a16:creationId xmlns:a16="http://schemas.microsoft.com/office/drawing/2014/main" id="{AE58B03D-17F4-ADE9-3B99-C65A056E8533}"/>
              </a:ext>
            </a:extLst>
          </p:cNvPr>
          <p:cNvPicPr>
            <a:picLocks noChangeAspect="1"/>
          </p:cNvPicPr>
          <p:nvPr userDrawn="1"/>
        </p:nvPicPr>
        <p:blipFill>
          <a:blip r:embed="rId6" cstate="email">
            <a:extLst>
              <a:ext uri="{28A0092B-C50C-407E-A947-70E740481C1C}">
                <a14:useLocalDpi xmlns:a14="http://schemas.microsoft.com/office/drawing/2010/main"/>
              </a:ext>
            </a:extLst>
          </a:blip>
          <a:srcRect/>
          <a:stretch>
            <a:fillRect/>
          </a:stretch>
        </p:blipFill>
        <p:spPr>
          <a:xfrm>
            <a:off x="7216988" y="432744"/>
            <a:ext cx="1313770" cy="1314045"/>
          </a:xfrm>
          <a:prstGeom prst="ellipse">
            <a:avLst/>
          </a:prstGeom>
        </p:spPr>
      </p:pic>
      <p:pic>
        <p:nvPicPr>
          <p:cNvPr id="18" name="Picture Placeholder 11" descr="A doctor using a virtual reality device&#10;&#10;Description automatically generated">
            <a:extLst>
              <a:ext uri="{FF2B5EF4-FFF2-40B4-BE49-F238E27FC236}">
                <a16:creationId xmlns:a16="http://schemas.microsoft.com/office/drawing/2014/main" id="{53E22AF1-56BB-E6C3-64B5-7E763C07FFA8}"/>
              </a:ext>
            </a:extLst>
          </p:cNvPr>
          <p:cNvPicPr>
            <a:picLocks noChangeAspect="1"/>
          </p:cNvPicPr>
          <p:nvPr userDrawn="1"/>
        </p:nvPicPr>
        <p:blipFill>
          <a:blip r:embed="rId7" cstate="email">
            <a:extLst>
              <a:ext uri="{28A0092B-C50C-407E-A947-70E740481C1C}">
                <a14:useLocalDpi xmlns:a14="http://schemas.microsoft.com/office/drawing/2010/main"/>
              </a:ext>
            </a:extLst>
          </a:blip>
          <a:srcRect/>
          <a:stretch>
            <a:fillRect/>
          </a:stretch>
        </p:blipFill>
        <p:spPr>
          <a:xfrm>
            <a:off x="3465829" y="-82898"/>
            <a:ext cx="2187948" cy="2187491"/>
          </a:xfrm>
          <a:prstGeom prst="ellipse">
            <a:avLst/>
          </a:prstGeom>
        </p:spPr>
      </p:pic>
      <p:pic>
        <p:nvPicPr>
          <p:cNvPr id="19" name="Picture Placeholder 15">
            <a:extLst>
              <a:ext uri="{FF2B5EF4-FFF2-40B4-BE49-F238E27FC236}">
                <a16:creationId xmlns:a16="http://schemas.microsoft.com/office/drawing/2014/main" id="{5E53593A-3F8C-932A-59F0-DFBE45383AA2}"/>
              </a:ext>
            </a:extLst>
          </p:cNvPr>
          <p:cNvPicPr>
            <a:picLocks noChangeAspect="1"/>
          </p:cNvPicPr>
          <p:nvPr userDrawn="1"/>
        </p:nvPicPr>
        <p:blipFill>
          <a:blip r:embed="rId8" cstate="email">
            <a:extLst>
              <a:ext uri="{28A0092B-C50C-407E-A947-70E740481C1C}">
                <a14:useLocalDpi xmlns:a14="http://schemas.microsoft.com/office/drawing/2010/main"/>
              </a:ext>
            </a:extLst>
          </a:blip>
          <a:srcRect/>
          <a:stretch/>
        </p:blipFill>
        <p:spPr>
          <a:xfrm>
            <a:off x="7445518" y="2009789"/>
            <a:ext cx="1888036" cy="1888036"/>
          </a:xfrm>
          <a:prstGeom prst="ellipse">
            <a:avLst/>
          </a:prstGeom>
        </p:spPr>
      </p:pic>
    </p:spTree>
    <p:extLst>
      <p:ext uri="{BB962C8B-B14F-4D97-AF65-F5344CB8AC3E}">
        <p14:creationId xmlns:p14="http://schemas.microsoft.com/office/powerpoint/2010/main" val="1974315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2B-Photos Locke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7F51B27-D6FD-578D-E914-AB069920A7DE}"/>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 y="-10457"/>
            <a:ext cx="9143998" cy="5148117"/>
          </a:xfrm>
          <a:prstGeom prst="rect">
            <a:avLst/>
          </a:prstGeom>
        </p:spPr>
      </p:pic>
      <p:pic>
        <p:nvPicPr>
          <p:cNvPr id="8" name="Picture 7">
            <a:extLst>
              <a:ext uri="{FF2B5EF4-FFF2-40B4-BE49-F238E27FC236}">
                <a16:creationId xmlns:a16="http://schemas.microsoft.com/office/drawing/2014/main" id="{B29407DB-9EC1-775D-729D-5F1A7B591069}"/>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1" y="4627165"/>
            <a:ext cx="9144000" cy="532631"/>
          </a:xfrm>
          <a:prstGeom prst="rect">
            <a:avLst/>
          </a:prstGeom>
        </p:spPr>
      </p:pic>
      <p:pic>
        <p:nvPicPr>
          <p:cNvPr id="20" name="Google Shape;20;p2">
            <a:extLst>
              <a:ext uri="{FF2B5EF4-FFF2-40B4-BE49-F238E27FC236}">
                <a16:creationId xmlns:a16="http://schemas.microsoft.com/office/drawing/2014/main" id="{BF545E2E-7AE8-E079-68E5-B4BBF7184120}"/>
              </a:ext>
            </a:extLst>
          </p:cNvPr>
          <p:cNvPicPr preferRelativeResize="0"/>
          <p:nvPr userDrawn="1"/>
        </p:nvPicPr>
        <p:blipFill rotWithShape="1">
          <a:blip r:embed="rId4" cstate="email">
            <a:alphaModFix/>
            <a:extLst>
              <a:ext uri="{28A0092B-C50C-407E-A947-70E740481C1C}">
                <a14:useLocalDpi xmlns:a14="http://schemas.microsoft.com/office/drawing/2010/main"/>
              </a:ext>
            </a:extLst>
          </a:blip>
          <a:srcRect/>
          <a:stretch/>
        </p:blipFill>
        <p:spPr>
          <a:xfrm>
            <a:off x="7613960" y="4131398"/>
            <a:ext cx="1221339" cy="681678"/>
          </a:xfrm>
          <a:prstGeom prst="rect">
            <a:avLst/>
          </a:prstGeom>
          <a:noFill/>
          <a:ln>
            <a:noFill/>
          </a:ln>
        </p:spPr>
      </p:pic>
      <p:sp>
        <p:nvSpPr>
          <p:cNvPr id="2" name="Title 1"/>
          <p:cNvSpPr>
            <a:spLocks noGrp="1"/>
          </p:cNvSpPr>
          <p:nvPr>
            <p:ph type="ctrTitle" hasCustomPrompt="1"/>
          </p:nvPr>
        </p:nvSpPr>
        <p:spPr>
          <a:xfrm>
            <a:off x="282290" y="2581643"/>
            <a:ext cx="7022970" cy="940768"/>
          </a:xfrm>
          <a:prstGeom prst="rect">
            <a:avLst/>
          </a:prstGeom>
        </p:spPr>
        <p:txBody>
          <a:bodyPr lIns="0" anchor="b">
            <a:normAutofit/>
          </a:bodyPr>
          <a:lstStyle>
            <a:lvl1pPr algn="l">
              <a:defRPr sz="3300" i="0">
                <a:solidFill>
                  <a:srgbClr val="002855"/>
                </a:solidFill>
              </a:defRPr>
            </a:lvl1pPr>
          </a:lstStyle>
          <a:p>
            <a:r>
              <a:rPr lang="en-US" dirty="0"/>
              <a:t>Presentation Title</a:t>
            </a:r>
          </a:p>
        </p:txBody>
      </p:sp>
      <p:sp>
        <p:nvSpPr>
          <p:cNvPr id="3" name="Subtitle 2"/>
          <p:cNvSpPr>
            <a:spLocks noGrp="1"/>
          </p:cNvSpPr>
          <p:nvPr>
            <p:ph type="subTitle" idx="1" hasCustomPrompt="1"/>
          </p:nvPr>
        </p:nvSpPr>
        <p:spPr>
          <a:xfrm>
            <a:off x="282290" y="3557482"/>
            <a:ext cx="7022970" cy="874829"/>
          </a:xfrm>
        </p:spPr>
        <p:txBody>
          <a:bodyPr lIns="0">
            <a:normAutofit/>
          </a:bodyPr>
          <a:lstStyle>
            <a:lvl1pPr marL="0" indent="0" algn="l">
              <a:buNone/>
              <a:defRPr sz="2100" b="1" i="1">
                <a:solidFill>
                  <a:schemeClr val="tx1">
                    <a:lumMod val="50000"/>
                    <a:lumOff val="50000"/>
                  </a:schemeClr>
                </a:solidFill>
                <a:latin typeface="Calibri" charset="0"/>
                <a:ea typeface="Calibri" charset="0"/>
                <a:cs typeface="Calibri"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Subhead</a:t>
            </a:r>
          </a:p>
        </p:txBody>
      </p:sp>
      <p:sp>
        <p:nvSpPr>
          <p:cNvPr id="10" name="Slide Number Placeholder 9"/>
          <p:cNvSpPr>
            <a:spLocks noGrp="1"/>
          </p:cNvSpPr>
          <p:nvPr>
            <p:ph type="sldNum" sz="quarter" idx="18"/>
          </p:nvPr>
        </p:nvSpPr>
        <p:spPr/>
        <p:txBody>
          <a:bodyPr/>
          <a:lstStyle>
            <a:lvl1pPr>
              <a:defRPr>
                <a:solidFill>
                  <a:srgbClr val="002855"/>
                </a:solidFill>
              </a:defRPr>
            </a:lvl1pPr>
          </a:lstStyle>
          <a:p>
            <a:fld id="{3DD97BEB-BAEF-0344-9D5C-EC73E478698A}" type="slidenum">
              <a:rPr lang="en-US" smtClean="0"/>
              <a:pPr/>
              <a:t>‹#›</a:t>
            </a:fld>
            <a:endParaRPr lang="en-US" dirty="0"/>
          </a:p>
        </p:txBody>
      </p:sp>
      <p:sp>
        <p:nvSpPr>
          <p:cNvPr id="4" name="TextBox 3">
            <a:extLst>
              <a:ext uri="{FF2B5EF4-FFF2-40B4-BE49-F238E27FC236}">
                <a16:creationId xmlns:a16="http://schemas.microsoft.com/office/drawing/2014/main" id="{78C300B2-530C-FA4A-A0D1-243431B9E26B}"/>
              </a:ext>
            </a:extLst>
          </p:cNvPr>
          <p:cNvSpPr txBox="1"/>
          <p:nvPr userDrawn="1"/>
        </p:nvSpPr>
        <p:spPr>
          <a:xfrm>
            <a:off x="814401" y="4654044"/>
            <a:ext cx="832865" cy="261610"/>
          </a:xfrm>
          <a:prstGeom prst="rect">
            <a:avLst/>
          </a:prstGeom>
          <a:noFill/>
        </p:spPr>
        <p:txBody>
          <a:bodyPr wrap="square" rtlCol="0">
            <a:spAutoFit/>
          </a:bodyPr>
          <a:lstStyle/>
          <a:p>
            <a:r>
              <a:rPr lang="en-US" sz="1100" b="1" dirty="0" err="1">
                <a:solidFill>
                  <a:srgbClr val="002855"/>
                </a:solidFill>
                <a:latin typeface="Calibri" panose="020F0502020204030204" pitchFamily="34" charset="0"/>
                <a:cs typeface="Calibri" panose="020F0502020204030204" pitchFamily="34" charset="0"/>
              </a:rPr>
              <a:t>ieee.org</a:t>
            </a:r>
            <a:endParaRPr lang="en-US" sz="1100" b="1" dirty="0">
              <a:solidFill>
                <a:srgbClr val="002855"/>
              </a:solidFill>
              <a:latin typeface="Calibri" panose="020F0502020204030204" pitchFamily="34" charset="0"/>
              <a:cs typeface="Calibri" panose="020F0502020204030204" pitchFamily="34" charset="0"/>
            </a:endParaRPr>
          </a:p>
        </p:txBody>
      </p:sp>
      <p:sp>
        <p:nvSpPr>
          <p:cNvPr id="25" name="Google Shape;15;p1">
            <a:extLst>
              <a:ext uri="{FF2B5EF4-FFF2-40B4-BE49-F238E27FC236}">
                <a16:creationId xmlns:a16="http://schemas.microsoft.com/office/drawing/2014/main" id="{52320A1D-5125-B302-1636-C48D547566DC}"/>
              </a:ext>
            </a:extLst>
          </p:cNvPr>
          <p:cNvSpPr txBox="1"/>
          <p:nvPr userDrawn="1"/>
        </p:nvSpPr>
        <p:spPr>
          <a:xfrm>
            <a:off x="0" y="4961588"/>
            <a:ext cx="9144000" cy="21544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 b="0" i="0" u="none" strike="noStrike" cap="none" dirty="0">
                <a:solidFill>
                  <a:srgbClr val="C7EAFB"/>
                </a:solidFill>
                <a:latin typeface="Calibri"/>
                <a:ea typeface="Calibri"/>
                <a:cs typeface="Calibri"/>
                <a:sym typeface="Calibri"/>
              </a:rPr>
              <a:t>The professional home for the engineering and technology community worldwide</a:t>
            </a:r>
            <a:endParaRPr dirty="0"/>
          </a:p>
        </p:txBody>
      </p:sp>
      <p:pic>
        <p:nvPicPr>
          <p:cNvPr id="5" name="Picture Placeholder 9" descr="A group of people around a table&#10;&#10;Description automatically generated">
            <a:extLst>
              <a:ext uri="{FF2B5EF4-FFF2-40B4-BE49-F238E27FC236}">
                <a16:creationId xmlns:a16="http://schemas.microsoft.com/office/drawing/2014/main" id="{6B0AB2CF-1496-60EB-9749-1F18FBB1886C}"/>
              </a:ext>
            </a:extLst>
          </p:cNvPr>
          <p:cNvPicPr>
            <a:picLocks noChangeAspect="1"/>
          </p:cNvPicPr>
          <p:nvPr userDrawn="1"/>
        </p:nvPicPr>
        <p:blipFill>
          <a:blip r:embed="rId5" cstate="email">
            <a:extLst>
              <a:ext uri="{28A0092B-C50C-407E-A947-70E740481C1C}">
                <a14:useLocalDpi xmlns:a14="http://schemas.microsoft.com/office/drawing/2010/main"/>
              </a:ext>
            </a:extLst>
          </a:blip>
          <a:srcRect/>
          <a:stretch>
            <a:fillRect/>
          </a:stretch>
        </p:blipFill>
        <p:spPr>
          <a:xfrm>
            <a:off x="-487630" y="-275587"/>
            <a:ext cx="2633567" cy="2633016"/>
          </a:xfrm>
          <a:prstGeom prst="ellipse">
            <a:avLst/>
          </a:prstGeom>
        </p:spPr>
      </p:pic>
      <p:pic>
        <p:nvPicPr>
          <p:cNvPr id="6" name="Picture Placeholder 13" descr="A hand touching a sphere&#10;&#10;Description automatically generated">
            <a:extLst>
              <a:ext uri="{FF2B5EF4-FFF2-40B4-BE49-F238E27FC236}">
                <a16:creationId xmlns:a16="http://schemas.microsoft.com/office/drawing/2014/main" id="{61393A28-42FE-4220-C6F9-FEA637B7AA11}"/>
              </a:ext>
            </a:extLst>
          </p:cNvPr>
          <p:cNvPicPr>
            <a:picLocks noChangeAspect="1"/>
          </p:cNvPicPr>
          <p:nvPr userDrawn="1"/>
        </p:nvPicPr>
        <p:blipFill>
          <a:blip r:embed="rId6" cstate="email">
            <a:extLst>
              <a:ext uri="{28A0092B-C50C-407E-A947-70E740481C1C}">
                <a14:useLocalDpi xmlns:a14="http://schemas.microsoft.com/office/drawing/2010/main"/>
              </a:ext>
            </a:extLst>
          </a:blip>
          <a:srcRect/>
          <a:stretch>
            <a:fillRect/>
          </a:stretch>
        </p:blipFill>
        <p:spPr>
          <a:xfrm>
            <a:off x="7216988" y="432744"/>
            <a:ext cx="1313770" cy="1314045"/>
          </a:xfrm>
          <a:prstGeom prst="ellipse">
            <a:avLst/>
          </a:prstGeom>
        </p:spPr>
      </p:pic>
      <p:pic>
        <p:nvPicPr>
          <p:cNvPr id="7" name="Picture Placeholder 11" descr="A person and person wearing safety vests and helmets looking at a computer&#10;&#10;Description automatically generated">
            <a:extLst>
              <a:ext uri="{FF2B5EF4-FFF2-40B4-BE49-F238E27FC236}">
                <a16:creationId xmlns:a16="http://schemas.microsoft.com/office/drawing/2014/main" id="{F9AC9626-6C9B-4881-5579-DBB2A1D39B18}"/>
              </a:ext>
            </a:extLst>
          </p:cNvPr>
          <p:cNvPicPr>
            <a:picLocks noChangeAspect="1"/>
          </p:cNvPicPr>
          <p:nvPr userDrawn="1"/>
        </p:nvPicPr>
        <p:blipFill>
          <a:blip r:embed="rId7" cstate="email">
            <a:extLst>
              <a:ext uri="{28A0092B-C50C-407E-A947-70E740481C1C}">
                <a14:useLocalDpi xmlns:a14="http://schemas.microsoft.com/office/drawing/2010/main"/>
              </a:ext>
            </a:extLst>
          </a:blip>
          <a:srcRect/>
          <a:stretch>
            <a:fillRect/>
          </a:stretch>
        </p:blipFill>
        <p:spPr>
          <a:xfrm>
            <a:off x="3465829" y="-82898"/>
            <a:ext cx="2187948" cy="2187491"/>
          </a:xfrm>
          <a:prstGeom prst="ellipse">
            <a:avLst/>
          </a:prstGeom>
        </p:spPr>
      </p:pic>
      <p:pic>
        <p:nvPicPr>
          <p:cNvPr id="9" name="Picture Placeholder 15" descr="A person wearing a white hard hat and white shirt&#10;&#10;Description automatically generated">
            <a:extLst>
              <a:ext uri="{FF2B5EF4-FFF2-40B4-BE49-F238E27FC236}">
                <a16:creationId xmlns:a16="http://schemas.microsoft.com/office/drawing/2014/main" id="{39DEC6CB-EC87-7831-0461-99EF21915327}"/>
              </a:ext>
            </a:extLst>
          </p:cNvPr>
          <p:cNvPicPr>
            <a:picLocks noChangeAspect="1"/>
          </p:cNvPicPr>
          <p:nvPr userDrawn="1"/>
        </p:nvPicPr>
        <p:blipFill>
          <a:blip r:embed="rId8" cstate="email">
            <a:extLst>
              <a:ext uri="{28A0092B-C50C-407E-A947-70E740481C1C}">
                <a14:useLocalDpi xmlns:a14="http://schemas.microsoft.com/office/drawing/2010/main"/>
              </a:ext>
            </a:extLst>
          </a:blip>
          <a:srcRect/>
          <a:stretch>
            <a:fillRect/>
          </a:stretch>
        </p:blipFill>
        <p:spPr>
          <a:xfrm>
            <a:off x="7445518" y="2009789"/>
            <a:ext cx="1888036" cy="1888036"/>
          </a:xfrm>
          <a:prstGeom prst="ellipse">
            <a:avLst/>
          </a:prstGeom>
        </p:spPr>
      </p:pic>
    </p:spTree>
    <p:extLst>
      <p:ext uri="{BB962C8B-B14F-4D97-AF65-F5344CB8AC3E}">
        <p14:creationId xmlns:p14="http://schemas.microsoft.com/office/powerpoint/2010/main" val="14155710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2C-Photos Unlocke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7F51B27-D6FD-578D-E914-AB069920A7DE}"/>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 y="-10457"/>
            <a:ext cx="9143998" cy="5148117"/>
          </a:xfrm>
          <a:prstGeom prst="rect">
            <a:avLst/>
          </a:prstGeom>
        </p:spPr>
      </p:pic>
      <p:pic>
        <p:nvPicPr>
          <p:cNvPr id="8" name="Picture 7">
            <a:extLst>
              <a:ext uri="{FF2B5EF4-FFF2-40B4-BE49-F238E27FC236}">
                <a16:creationId xmlns:a16="http://schemas.microsoft.com/office/drawing/2014/main" id="{B29407DB-9EC1-775D-729D-5F1A7B591069}"/>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1" y="4627165"/>
            <a:ext cx="9144000" cy="532631"/>
          </a:xfrm>
          <a:prstGeom prst="rect">
            <a:avLst/>
          </a:prstGeom>
        </p:spPr>
      </p:pic>
      <p:pic>
        <p:nvPicPr>
          <p:cNvPr id="20" name="Google Shape;20;p2">
            <a:extLst>
              <a:ext uri="{FF2B5EF4-FFF2-40B4-BE49-F238E27FC236}">
                <a16:creationId xmlns:a16="http://schemas.microsoft.com/office/drawing/2014/main" id="{BF545E2E-7AE8-E079-68E5-B4BBF7184120}"/>
              </a:ext>
            </a:extLst>
          </p:cNvPr>
          <p:cNvPicPr preferRelativeResize="0"/>
          <p:nvPr userDrawn="1"/>
        </p:nvPicPr>
        <p:blipFill rotWithShape="1">
          <a:blip r:embed="rId4" cstate="email">
            <a:alphaModFix/>
            <a:extLst>
              <a:ext uri="{28A0092B-C50C-407E-A947-70E740481C1C}">
                <a14:useLocalDpi xmlns:a14="http://schemas.microsoft.com/office/drawing/2010/main"/>
              </a:ext>
            </a:extLst>
          </a:blip>
          <a:srcRect/>
          <a:stretch/>
        </p:blipFill>
        <p:spPr>
          <a:xfrm>
            <a:off x="7613960" y="4131398"/>
            <a:ext cx="1221339" cy="681678"/>
          </a:xfrm>
          <a:prstGeom prst="rect">
            <a:avLst/>
          </a:prstGeom>
          <a:noFill/>
          <a:ln>
            <a:noFill/>
          </a:ln>
        </p:spPr>
      </p:pic>
      <p:sp>
        <p:nvSpPr>
          <p:cNvPr id="2" name="Title 1"/>
          <p:cNvSpPr>
            <a:spLocks noGrp="1"/>
          </p:cNvSpPr>
          <p:nvPr>
            <p:ph type="ctrTitle" hasCustomPrompt="1"/>
          </p:nvPr>
        </p:nvSpPr>
        <p:spPr>
          <a:xfrm>
            <a:off x="282289" y="2581643"/>
            <a:ext cx="7022971" cy="940768"/>
          </a:xfrm>
          <a:prstGeom prst="rect">
            <a:avLst/>
          </a:prstGeom>
        </p:spPr>
        <p:txBody>
          <a:bodyPr lIns="0" anchor="b">
            <a:normAutofit/>
          </a:bodyPr>
          <a:lstStyle>
            <a:lvl1pPr algn="l">
              <a:defRPr sz="3300" i="0">
                <a:solidFill>
                  <a:srgbClr val="002855"/>
                </a:solidFill>
              </a:defRPr>
            </a:lvl1pPr>
          </a:lstStyle>
          <a:p>
            <a:r>
              <a:rPr lang="en-US" dirty="0"/>
              <a:t>Presentation Title</a:t>
            </a:r>
          </a:p>
        </p:txBody>
      </p:sp>
      <p:sp>
        <p:nvSpPr>
          <p:cNvPr id="3" name="Subtitle 2"/>
          <p:cNvSpPr>
            <a:spLocks noGrp="1"/>
          </p:cNvSpPr>
          <p:nvPr>
            <p:ph type="subTitle" idx="1" hasCustomPrompt="1"/>
          </p:nvPr>
        </p:nvSpPr>
        <p:spPr>
          <a:xfrm>
            <a:off x="282290" y="3557482"/>
            <a:ext cx="7022970" cy="874829"/>
          </a:xfrm>
        </p:spPr>
        <p:txBody>
          <a:bodyPr lIns="0">
            <a:normAutofit/>
          </a:bodyPr>
          <a:lstStyle>
            <a:lvl1pPr marL="0" indent="0" algn="l">
              <a:buNone/>
              <a:defRPr sz="2100" b="1" i="1">
                <a:solidFill>
                  <a:schemeClr val="tx1">
                    <a:lumMod val="50000"/>
                    <a:lumOff val="50000"/>
                  </a:schemeClr>
                </a:solidFill>
                <a:latin typeface="Calibri" charset="0"/>
                <a:ea typeface="Calibri" charset="0"/>
                <a:cs typeface="Calibri"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Subhead</a:t>
            </a:r>
          </a:p>
        </p:txBody>
      </p:sp>
      <p:sp>
        <p:nvSpPr>
          <p:cNvPr id="10" name="Slide Number Placeholder 9"/>
          <p:cNvSpPr>
            <a:spLocks noGrp="1"/>
          </p:cNvSpPr>
          <p:nvPr>
            <p:ph type="sldNum" sz="quarter" idx="18"/>
          </p:nvPr>
        </p:nvSpPr>
        <p:spPr/>
        <p:txBody>
          <a:bodyPr/>
          <a:lstStyle>
            <a:lvl1pPr>
              <a:defRPr>
                <a:solidFill>
                  <a:srgbClr val="002855"/>
                </a:solidFill>
              </a:defRPr>
            </a:lvl1pPr>
          </a:lstStyle>
          <a:p>
            <a:fld id="{3DD97BEB-BAEF-0344-9D5C-EC73E478698A}" type="slidenum">
              <a:rPr lang="en-US" smtClean="0"/>
              <a:pPr/>
              <a:t>‹#›</a:t>
            </a:fld>
            <a:endParaRPr lang="en-US" dirty="0"/>
          </a:p>
        </p:txBody>
      </p:sp>
      <p:sp>
        <p:nvSpPr>
          <p:cNvPr id="4" name="TextBox 3">
            <a:extLst>
              <a:ext uri="{FF2B5EF4-FFF2-40B4-BE49-F238E27FC236}">
                <a16:creationId xmlns:a16="http://schemas.microsoft.com/office/drawing/2014/main" id="{78C300B2-530C-FA4A-A0D1-243431B9E26B}"/>
              </a:ext>
            </a:extLst>
          </p:cNvPr>
          <p:cNvSpPr txBox="1"/>
          <p:nvPr userDrawn="1"/>
        </p:nvSpPr>
        <p:spPr>
          <a:xfrm>
            <a:off x="814401" y="4654044"/>
            <a:ext cx="832865" cy="261610"/>
          </a:xfrm>
          <a:prstGeom prst="rect">
            <a:avLst/>
          </a:prstGeom>
          <a:noFill/>
        </p:spPr>
        <p:txBody>
          <a:bodyPr wrap="square" rtlCol="0">
            <a:spAutoFit/>
          </a:bodyPr>
          <a:lstStyle/>
          <a:p>
            <a:r>
              <a:rPr lang="en-US" sz="1100" b="1" dirty="0" err="1">
                <a:solidFill>
                  <a:srgbClr val="002855"/>
                </a:solidFill>
                <a:latin typeface="Calibri" panose="020F0502020204030204" pitchFamily="34" charset="0"/>
                <a:cs typeface="Calibri" panose="020F0502020204030204" pitchFamily="34" charset="0"/>
              </a:rPr>
              <a:t>ieee.org</a:t>
            </a:r>
            <a:endParaRPr lang="en-US" sz="1100" b="1" dirty="0">
              <a:solidFill>
                <a:srgbClr val="002855"/>
              </a:solidFill>
              <a:latin typeface="Calibri" panose="020F0502020204030204" pitchFamily="34" charset="0"/>
              <a:cs typeface="Calibri" panose="020F0502020204030204" pitchFamily="34" charset="0"/>
            </a:endParaRPr>
          </a:p>
        </p:txBody>
      </p:sp>
      <p:sp>
        <p:nvSpPr>
          <p:cNvPr id="25" name="Google Shape;15;p1">
            <a:extLst>
              <a:ext uri="{FF2B5EF4-FFF2-40B4-BE49-F238E27FC236}">
                <a16:creationId xmlns:a16="http://schemas.microsoft.com/office/drawing/2014/main" id="{52320A1D-5125-B302-1636-C48D547566DC}"/>
              </a:ext>
            </a:extLst>
          </p:cNvPr>
          <p:cNvSpPr txBox="1"/>
          <p:nvPr userDrawn="1"/>
        </p:nvSpPr>
        <p:spPr>
          <a:xfrm>
            <a:off x="0" y="4961588"/>
            <a:ext cx="9144000" cy="21544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 b="0" i="0" u="none" strike="noStrike" cap="none" dirty="0">
                <a:solidFill>
                  <a:srgbClr val="C7EAFB"/>
                </a:solidFill>
                <a:latin typeface="Calibri"/>
                <a:ea typeface="Calibri"/>
                <a:cs typeface="Calibri"/>
                <a:sym typeface="Calibri"/>
              </a:rPr>
              <a:t>The professional home for the engineering and technology community worldwide</a:t>
            </a:r>
            <a:endParaRPr dirty="0"/>
          </a:p>
        </p:txBody>
      </p:sp>
      <p:sp>
        <p:nvSpPr>
          <p:cNvPr id="13" name="Picture Placeholder 2">
            <a:extLst>
              <a:ext uri="{FF2B5EF4-FFF2-40B4-BE49-F238E27FC236}">
                <a16:creationId xmlns:a16="http://schemas.microsoft.com/office/drawing/2014/main" id="{41B942C3-F0D0-0FE4-55A4-3280FC67B60B}"/>
              </a:ext>
            </a:extLst>
          </p:cNvPr>
          <p:cNvSpPr>
            <a:spLocks noGrp="1"/>
          </p:cNvSpPr>
          <p:nvPr>
            <p:ph type="pic" sz="quarter" idx="13" hasCustomPrompt="1"/>
          </p:nvPr>
        </p:nvSpPr>
        <p:spPr>
          <a:xfrm>
            <a:off x="-487630" y="-275587"/>
            <a:ext cx="2633567" cy="2633016"/>
          </a:xfrm>
          <a:prstGeom prst="ellipse">
            <a:avLst/>
          </a:prstGeom>
          <a:solidFill>
            <a:schemeClr val="bg1"/>
          </a:solidFill>
        </p:spPr>
        <p:txBody>
          <a:bodyPr anchor="b">
            <a:normAutofit/>
          </a:bodyPr>
          <a:lstStyle>
            <a:lvl1pPr marL="123825" indent="0" algn="ctr">
              <a:buNone/>
              <a:defRPr sz="1400">
                <a:solidFill>
                  <a:srgbClr val="0066A1"/>
                </a:solidFill>
              </a:defRPr>
            </a:lvl1pPr>
          </a:lstStyle>
          <a:p>
            <a:r>
              <a:rPr lang="en-US" dirty="0"/>
              <a:t>Click to Insert </a:t>
            </a:r>
            <a:br>
              <a:rPr lang="en-US" dirty="0"/>
            </a:br>
            <a:r>
              <a:rPr lang="en-US" dirty="0"/>
              <a:t>Photo</a:t>
            </a:r>
          </a:p>
        </p:txBody>
      </p:sp>
      <p:sp>
        <p:nvSpPr>
          <p:cNvPr id="14" name="Picture Placeholder 2">
            <a:extLst>
              <a:ext uri="{FF2B5EF4-FFF2-40B4-BE49-F238E27FC236}">
                <a16:creationId xmlns:a16="http://schemas.microsoft.com/office/drawing/2014/main" id="{C561BD8F-E829-81AE-998B-EC8728C49409}"/>
              </a:ext>
            </a:extLst>
          </p:cNvPr>
          <p:cNvSpPr>
            <a:spLocks noGrp="1" noChangeAspect="1"/>
          </p:cNvSpPr>
          <p:nvPr>
            <p:ph type="pic" sz="quarter" idx="14" hasCustomPrompt="1"/>
          </p:nvPr>
        </p:nvSpPr>
        <p:spPr>
          <a:xfrm>
            <a:off x="7216988" y="432744"/>
            <a:ext cx="1313770" cy="1314045"/>
          </a:xfrm>
          <a:prstGeom prst="ellipse">
            <a:avLst/>
          </a:prstGeom>
          <a:solidFill>
            <a:schemeClr val="bg1"/>
          </a:solidFill>
        </p:spPr>
        <p:txBody>
          <a:bodyPr anchor="b">
            <a:normAutofit/>
          </a:bodyPr>
          <a:lstStyle>
            <a:lvl1pPr marL="123825" indent="0" algn="ctr">
              <a:buNone/>
              <a:defRPr sz="900">
                <a:solidFill>
                  <a:srgbClr val="0066A1"/>
                </a:solidFill>
              </a:defRPr>
            </a:lvl1pPr>
          </a:lstStyle>
          <a:p>
            <a:r>
              <a:rPr lang="en-US" dirty="0"/>
              <a:t>Click to Insert Photo</a:t>
            </a:r>
          </a:p>
        </p:txBody>
      </p:sp>
      <p:sp>
        <p:nvSpPr>
          <p:cNvPr id="15" name="Picture Placeholder 2">
            <a:extLst>
              <a:ext uri="{FF2B5EF4-FFF2-40B4-BE49-F238E27FC236}">
                <a16:creationId xmlns:a16="http://schemas.microsoft.com/office/drawing/2014/main" id="{F0E25509-AA47-5110-4AD7-580DBFBBD0B5}"/>
              </a:ext>
            </a:extLst>
          </p:cNvPr>
          <p:cNvSpPr>
            <a:spLocks noGrp="1"/>
          </p:cNvSpPr>
          <p:nvPr>
            <p:ph type="pic" sz="quarter" idx="15" hasCustomPrompt="1"/>
          </p:nvPr>
        </p:nvSpPr>
        <p:spPr>
          <a:xfrm>
            <a:off x="3465829" y="-82898"/>
            <a:ext cx="2187948" cy="2187491"/>
          </a:xfrm>
          <a:prstGeom prst="ellipse">
            <a:avLst/>
          </a:prstGeom>
          <a:solidFill>
            <a:schemeClr val="bg1"/>
          </a:solidFill>
        </p:spPr>
        <p:txBody>
          <a:bodyPr anchor="b">
            <a:normAutofit/>
          </a:bodyPr>
          <a:lstStyle>
            <a:lvl1pPr marL="123825" indent="0" algn="ctr">
              <a:buNone/>
              <a:defRPr sz="1400">
                <a:solidFill>
                  <a:srgbClr val="0066A1"/>
                </a:solidFill>
              </a:defRPr>
            </a:lvl1pPr>
          </a:lstStyle>
          <a:p>
            <a:r>
              <a:rPr lang="en-US" dirty="0"/>
              <a:t>Click to Insert Photo</a:t>
            </a:r>
          </a:p>
        </p:txBody>
      </p:sp>
      <p:sp>
        <p:nvSpPr>
          <p:cNvPr id="16" name="Picture Placeholder 2">
            <a:extLst>
              <a:ext uri="{FF2B5EF4-FFF2-40B4-BE49-F238E27FC236}">
                <a16:creationId xmlns:a16="http://schemas.microsoft.com/office/drawing/2014/main" id="{3049B42D-8691-6A46-0F68-FF26C528C567}"/>
              </a:ext>
            </a:extLst>
          </p:cNvPr>
          <p:cNvSpPr>
            <a:spLocks noGrp="1"/>
          </p:cNvSpPr>
          <p:nvPr>
            <p:ph type="pic" sz="quarter" idx="17" hasCustomPrompt="1"/>
          </p:nvPr>
        </p:nvSpPr>
        <p:spPr>
          <a:xfrm>
            <a:off x="7445518" y="2009789"/>
            <a:ext cx="1888036" cy="1888036"/>
          </a:xfrm>
          <a:prstGeom prst="ellipse">
            <a:avLst/>
          </a:prstGeom>
          <a:solidFill>
            <a:schemeClr val="bg1"/>
          </a:solidFill>
        </p:spPr>
        <p:txBody>
          <a:bodyPr anchor="b">
            <a:normAutofit/>
          </a:bodyPr>
          <a:lstStyle>
            <a:lvl1pPr marL="123825" indent="0" algn="ctr">
              <a:buNone/>
              <a:defRPr sz="1400">
                <a:solidFill>
                  <a:srgbClr val="0066A1"/>
                </a:solidFill>
              </a:defRPr>
            </a:lvl1pPr>
          </a:lstStyle>
          <a:p>
            <a:r>
              <a:rPr lang="en-US" dirty="0"/>
              <a:t>Click to Insert Photo</a:t>
            </a:r>
          </a:p>
        </p:txBody>
      </p:sp>
    </p:spTree>
    <p:extLst>
      <p:ext uri="{BB962C8B-B14F-4D97-AF65-F5344CB8AC3E}">
        <p14:creationId xmlns:p14="http://schemas.microsoft.com/office/powerpoint/2010/main" val="24153548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Slide 2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E643BFA-82E5-D9EC-7D2D-EE5948B486EC}"/>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 y="-10457"/>
            <a:ext cx="9143998" cy="5148117"/>
          </a:xfrm>
          <a:prstGeom prst="rect">
            <a:avLst/>
          </a:prstGeom>
        </p:spPr>
      </p:pic>
      <p:pic>
        <p:nvPicPr>
          <p:cNvPr id="8" name="Picture 7">
            <a:extLst>
              <a:ext uri="{FF2B5EF4-FFF2-40B4-BE49-F238E27FC236}">
                <a16:creationId xmlns:a16="http://schemas.microsoft.com/office/drawing/2014/main" id="{B29407DB-9EC1-775D-729D-5F1A7B591069}"/>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1" y="4627165"/>
            <a:ext cx="9144000" cy="532631"/>
          </a:xfrm>
          <a:prstGeom prst="rect">
            <a:avLst/>
          </a:prstGeom>
        </p:spPr>
      </p:pic>
      <p:pic>
        <p:nvPicPr>
          <p:cNvPr id="20" name="Google Shape;20;p2">
            <a:extLst>
              <a:ext uri="{FF2B5EF4-FFF2-40B4-BE49-F238E27FC236}">
                <a16:creationId xmlns:a16="http://schemas.microsoft.com/office/drawing/2014/main" id="{BF545E2E-7AE8-E079-68E5-B4BBF7184120}"/>
              </a:ext>
            </a:extLst>
          </p:cNvPr>
          <p:cNvPicPr preferRelativeResize="0"/>
          <p:nvPr userDrawn="1"/>
        </p:nvPicPr>
        <p:blipFill rotWithShape="1">
          <a:blip r:embed="rId4" cstate="email">
            <a:alphaModFix/>
            <a:extLst>
              <a:ext uri="{28A0092B-C50C-407E-A947-70E740481C1C}">
                <a14:useLocalDpi xmlns:a14="http://schemas.microsoft.com/office/drawing/2010/main"/>
              </a:ext>
            </a:extLst>
          </a:blip>
          <a:srcRect/>
          <a:stretch/>
        </p:blipFill>
        <p:spPr>
          <a:xfrm>
            <a:off x="7613960" y="4131398"/>
            <a:ext cx="1221339" cy="681678"/>
          </a:xfrm>
          <a:prstGeom prst="rect">
            <a:avLst/>
          </a:prstGeom>
          <a:noFill/>
          <a:ln>
            <a:noFill/>
          </a:ln>
        </p:spPr>
      </p:pic>
      <p:sp>
        <p:nvSpPr>
          <p:cNvPr id="10" name="Slide Number Placeholder 9"/>
          <p:cNvSpPr>
            <a:spLocks noGrp="1"/>
          </p:cNvSpPr>
          <p:nvPr>
            <p:ph type="sldNum" sz="quarter" idx="18"/>
          </p:nvPr>
        </p:nvSpPr>
        <p:spPr/>
        <p:txBody>
          <a:bodyPr/>
          <a:lstStyle>
            <a:lvl1pPr>
              <a:defRPr>
                <a:solidFill>
                  <a:srgbClr val="002855"/>
                </a:solidFill>
              </a:defRPr>
            </a:lvl1pPr>
          </a:lstStyle>
          <a:p>
            <a:fld id="{3DD97BEB-BAEF-0344-9D5C-EC73E478698A}" type="slidenum">
              <a:rPr lang="en-US" smtClean="0"/>
              <a:pPr/>
              <a:t>‹#›</a:t>
            </a:fld>
            <a:endParaRPr lang="en-US" dirty="0"/>
          </a:p>
        </p:txBody>
      </p:sp>
      <p:sp>
        <p:nvSpPr>
          <p:cNvPr id="4" name="TextBox 3">
            <a:extLst>
              <a:ext uri="{FF2B5EF4-FFF2-40B4-BE49-F238E27FC236}">
                <a16:creationId xmlns:a16="http://schemas.microsoft.com/office/drawing/2014/main" id="{78C300B2-530C-FA4A-A0D1-243431B9E26B}"/>
              </a:ext>
            </a:extLst>
          </p:cNvPr>
          <p:cNvSpPr txBox="1"/>
          <p:nvPr userDrawn="1"/>
        </p:nvSpPr>
        <p:spPr>
          <a:xfrm>
            <a:off x="814401" y="4654044"/>
            <a:ext cx="832865" cy="261610"/>
          </a:xfrm>
          <a:prstGeom prst="rect">
            <a:avLst/>
          </a:prstGeom>
          <a:noFill/>
        </p:spPr>
        <p:txBody>
          <a:bodyPr wrap="square" rtlCol="0">
            <a:spAutoFit/>
          </a:bodyPr>
          <a:lstStyle/>
          <a:p>
            <a:r>
              <a:rPr lang="en-US" sz="1100" b="1" dirty="0" err="1">
                <a:solidFill>
                  <a:srgbClr val="002855"/>
                </a:solidFill>
                <a:latin typeface="Calibri" panose="020F0502020204030204" pitchFamily="34" charset="0"/>
                <a:cs typeface="Calibri" panose="020F0502020204030204" pitchFamily="34" charset="0"/>
              </a:rPr>
              <a:t>ieee.org</a:t>
            </a:r>
            <a:endParaRPr lang="en-US" sz="1100" b="1" dirty="0">
              <a:solidFill>
                <a:srgbClr val="002855"/>
              </a:solidFill>
              <a:latin typeface="Calibri" panose="020F0502020204030204" pitchFamily="34" charset="0"/>
              <a:cs typeface="Calibri" panose="020F0502020204030204" pitchFamily="34" charset="0"/>
            </a:endParaRPr>
          </a:p>
        </p:txBody>
      </p:sp>
      <p:sp>
        <p:nvSpPr>
          <p:cNvPr id="25" name="Google Shape;15;p1">
            <a:extLst>
              <a:ext uri="{FF2B5EF4-FFF2-40B4-BE49-F238E27FC236}">
                <a16:creationId xmlns:a16="http://schemas.microsoft.com/office/drawing/2014/main" id="{52320A1D-5125-B302-1636-C48D547566DC}"/>
              </a:ext>
            </a:extLst>
          </p:cNvPr>
          <p:cNvSpPr txBox="1"/>
          <p:nvPr userDrawn="1"/>
        </p:nvSpPr>
        <p:spPr>
          <a:xfrm>
            <a:off x="0" y="4961588"/>
            <a:ext cx="9144000" cy="21544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 b="0" i="0" u="none" strike="noStrike" cap="none" dirty="0">
                <a:solidFill>
                  <a:srgbClr val="C7EAFB"/>
                </a:solidFill>
                <a:latin typeface="Calibri"/>
                <a:ea typeface="Calibri"/>
                <a:cs typeface="Calibri"/>
                <a:sym typeface="Calibri"/>
              </a:rPr>
              <a:t>The professional home for the engineering and technology community worldwide</a:t>
            </a:r>
            <a:endParaRPr dirty="0"/>
          </a:p>
        </p:txBody>
      </p:sp>
      <p:sp>
        <p:nvSpPr>
          <p:cNvPr id="13" name="Title 1">
            <a:extLst>
              <a:ext uri="{FF2B5EF4-FFF2-40B4-BE49-F238E27FC236}">
                <a16:creationId xmlns:a16="http://schemas.microsoft.com/office/drawing/2014/main" id="{BF31D605-ADDB-54A4-FC63-4B18372882C9}"/>
              </a:ext>
            </a:extLst>
          </p:cNvPr>
          <p:cNvSpPr>
            <a:spLocks noGrp="1"/>
          </p:cNvSpPr>
          <p:nvPr>
            <p:ph type="title" hasCustomPrompt="1"/>
          </p:nvPr>
        </p:nvSpPr>
        <p:spPr>
          <a:xfrm>
            <a:off x="282289" y="2002971"/>
            <a:ext cx="8553009" cy="1064971"/>
          </a:xfrm>
          <a:prstGeom prst="rect">
            <a:avLst/>
          </a:prstGeom>
        </p:spPr>
        <p:txBody>
          <a:bodyPr lIns="0" anchor="b">
            <a:normAutofit/>
          </a:bodyPr>
          <a:lstStyle>
            <a:lvl1pPr>
              <a:defRPr sz="3300" i="0">
                <a:solidFill>
                  <a:srgbClr val="002855"/>
                </a:solidFill>
              </a:defRPr>
            </a:lvl1pPr>
          </a:lstStyle>
          <a:p>
            <a:r>
              <a:rPr lang="en-US" dirty="0"/>
              <a:t>Divider Title</a:t>
            </a:r>
          </a:p>
        </p:txBody>
      </p:sp>
      <p:sp>
        <p:nvSpPr>
          <p:cNvPr id="14" name="Text Placeholder 2">
            <a:extLst>
              <a:ext uri="{FF2B5EF4-FFF2-40B4-BE49-F238E27FC236}">
                <a16:creationId xmlns:a16="http://schemas.microsoft.com/office/drawing/2014/main" id="{404A8526-DBEB-ABFE-0AA2-2CF6022C45EE}"/>
              </a:ext>
            </a:extLst>
          </p:cNvPr>
          <p:cNvSpPr>
            <a:spLocks noGrp="1"/>
          </p:cNvSpPr>
          <p:nvPr>
            <p:ph type="body" idx="1" hasCustomPrompt="1"/>
          </p:nvPr>
        </p:nvSpPr>
        <p:spPr>
          <a:xfrm>
            <a:off x="282290" y="3088182"/>
            <a:ext cx="8553008" cy="815369"/>
          </a:xfrm>
        </p:spPr>
        <p:txBody>
          <a:bodyPr lIns="0">
            <a:normAutofit/>
          </a:bodyPr>
          <a:lstStyle>
            <a:lvl1pPr marL="0" indent="0">
              <a:buNone/>
              <a:defRPr sz="2100" b="1" i="1">
                <a:solidFill>
                  <a:schemeClr val="tx1">
                    <a:lumMod val="50000"/>
                    <a:lumOff val="50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Subhead</a:t>
            </a:r>
          </a:p>
        </p:txBody>
      </p:sp>
    </p:spTree>
    <p:extLst>
      <p:ext uri="{BB962C8B-B14F-4D97-AF65-F5344CB8AC3E}">
        <p14:creationId xmlns:p14="http://schemas.microsoft.com/office/powerpoint/2010/main" val="1805162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Blank">
    <p:spTree>
      <p:nvGrpSpPr>
        <p:cNvPr id="1" name=""/>
        <p:cNvGrpSpPr/>
        <p:nvPr/>
      </p:nvGrpSpPr>
      <p:grpSpPr>
        <a:xfrm>
          <a:off x="0" y="0"/>
          <a:ext cx="0" cy="0"/>
          <a:chOff x="0" y="0"/>
          <a:chExt cx="0" cy="0"/>
        </a:xfrm>
      </p:grpSpPr>
      <p:sp>
        <p:nvSpPr>
          <p:cNvPr id="10" name="Text Placeholder 9"/>
          <p:cNvSpPr>
            <a:spLocks noGrp="1"/>
          </p:cNvSpPr>
          <p:nvPr>
            <p:ph type="body" sz="quarter" idx="13"/>
          </p:nvPr>
        </p:nvSpPr>
        <p:spPr>
          <a:xfrm>
            <a:off x="282289" y="1247412"/>
            <a:ext cx="8658713" cy="3092113"/>
          </a:xfrm>
        </p:spPr>
        <p:txBody>
          <a:bodyPr/>
          <a:lstStyle>
            <a:lvl1pPr>
              <a:buClr>
                <a:srgbClr val="002855"/>
              </a:buClr>
              <a:defRPr/>
            </a:lvl1pPr>
            <a:lvl2pPr>
              <a:buClr>
                <a:srgbClr val="002855"/>
              </a:buClr>
              <a:defRPr/>
            </a:lvl2pPr>
            <a:lvl3pPr>
              <a:buClr>
                <a:srgbClr val="002855"/>
              </a:buClr>
              <a:defRPr/>
            </a:lvl3pPr>
            <a:lvl4pPr>
              <a:buClr>
                <a:srgbClr val="002855"/>
              </a:buClr>
              <a:defRPr/>
            </a:lvl4pPr>
            <a:lvl5pPr>
              <a:buClr>
                <a:srgbClr val="002855"/>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lide Number Placeholder 11"/>
          <p:cNvSpPr>
            <a:spLocks noGrp="1"/>
          </p:cNvSpPr>
          <p:nvPr>
            <p:ph type="sldNum" sz="quarter" idx="14"/>
          </p:nvPr>
        </p:nvSpPr>
        <p:spPr/>
        <p:txBody>
          <a:bodyPr/>
          <a:lstStyle/>
          <a:p>
            <a:fld id="{3DD97BEB-BAEF-0344-9D5C-EC73E478698A}" type="slidenum">
              <a:rPr lang="en-US" smtClean="0"/>
              <a:pPr/>
              <a:t>‹#›</a:t>
            </a:fld>
            <a:endParaRPr lang="en-US"/>
          </a:p>
        </p:txBody>
      </p:sp>
      <p:sp>
        <p:nvSpPr>
          <p:cNvPr id="11" name="Title 1">
            <a:extLst>
              <a:ext uri="{FF2B5EF4-FFF2-40B4-BE49-F238E27FC236}">
                <a16:creationId xmlns:a16="http://schemas.microsoft.com/office/drawing/2014/main" id="{57EF7957-62A6-2F32-40BC-75E462878F86}"/>
              </a:ext>
            </a:extLst>
          </p:cNvPr>
          <p:cNvSpPr>
            <a:spLocks noGrp="1"/>
          </p:cNvSpPr>
          <p:nvPr>
            <p:ph type="title" hasCustomPrompt="1"/>
          </p:nvPr>
        </p:nvSpPr>
        <p:spPr>
          <a:xfrm>
            <a:off x="282289" y="245650"/>
            <a:ext cx="8658712" cy="425669"/>
          </a:xfrm>
          <a:prstGeom prst="rect">
            <a:avLst/>
          </a:prstGeom>
        </p:spPr>
        <p:txBody>
          <a:bodyPr lIns="0"/>
          <a:lstStyle>
            <a:lvl1pPr>
              <a:defRPr>
                <a:solidFill>
                  <a:srgbClr val="002855"/>
                </a:solidFill>
              </a:defRPr>
            </a:lvl1pPr>
          </a:lstStyle>
          <a:p>
            <a:r>
              <a:rPr lang="en-US" dirty="0"/>
              <a:t>Topic</a:t>
            </a:r>
          </a:p>
        </p:txBody>
      </p:sp>
      <p:sp>
        <p:nvSpPr>
          <p:cNvPr id="13" name="Text Placeholder 3">
            <a:extLst>
              <a:ext uri="{FF2B5EF4-FFF2-40B4-BE49-F238E27FC236}">
                <a16:creationId xmlns:a16="http://schemas.microsoft.com/office/drawing/2014/main" id="{B528E7C2-CE3F-EE06-4447-2CB3BC3EAE94}"/>
              </a:ext>
            </a:extLst>
          </p:cNvPr>
          <p:cNvSpPr>
            <a:spLocks noGrp="1"/>
          </p:cNvSpPr>
          <p:nvPr>
            <p:ph type="body" sz="quarter" idx="15" hasCustomPrompt="1"/>
          </p:nvPr>
        </p:nvSpPr>
        <p:spPr>
          <a:xfrm>
            <a:off x="282288" y="710787"/>
            <a:ext cx="8658713" cy="329802"/>
          </a:xfrm>
        </p:spPr>
        <p:txBody>
          <a:bodyPr lIns="0">
            <a:noAutofit/>
          </a:bodyPr>
          <a:lstStyle>
            <a:lvl1pPr marL="0" indent="0">
              <a:buNone/>
              <a:defRPr sz="1800" b="1" i="1">
                <a:solidFill>
                  <a:schemeClr val="tx1">
                    <a:lumMod val="50000"/>
                    <a:lumOff val="50000"/>
                  </a:schemeClr>
                </a:solidFill>
              </a:defRPr>
            </a:lvl1pPr>
          </a:lstStyle>
          <a:p>
            <a:pPr lvl="0"/>
            <a:r>
              <a:rPr lang="en-US" dirty="0"/>
              <a:t>Subhead</a:t>
            </a:r>
          </a:p>
        </p:txBody>
      </p:sp>
    </p:spTree>
    <p:extLst>
      <p:ext uri="{BB962C8B-B14F-4D97-AF65-F5344CB8AC3E}">
        <p14:creationId xmlns:p14="http://schemas.microsoft.com/office/powerpoint/2010/main" val="1385341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9" name="Text Placeholder 13"/>
          <p:cNvSpPr>
            <a:spLocks noGrp="1"/>
          </p:cNvSpPr>
          <p:nvPr>
            <p:ph type="body" sz="quarter" idx="14"/>
          </p:nvPr>
        </p:nvSpPr>
        <p:spPr>
          <a:xfrm>
            <a:off x="282288" y="1242334"/>
            <a:ext cx="4234053" cy="3112690"/>
          </a:xfrm>
        </p:spPr>
        <p:txBody>
          <a:bodyPr/>
          <a:lstStyle>
            <a:lvl1pPr>
              <a:buClr>
                <a:srgbClr val="002855"/>
              </a:buClr>
              <a:defRPr/>
            </a:lvl1pPr>
            <a:lvl2pPr>
              <a:buClr>
                <a:srgbClr val="002855"/>
              </a:buClr>
              <a:defRPr/>
            </a:lvl2pPr>
            <a:lvl3pPr>
              <a:buClr>
                <a:srgbClr val="002855"/>
              </a:buClr>
              <a:defRPr/>
            </a:lvl3pPr>
            <a:lvl4pPr>
              <a:buClr>
                <a:srgbClr val="002855"/>
              </a:buClr>
              <a:defRPr/>
            </a:lvl4pPr>
            <a:lvl5pPr>
              <a:buClr>
                <a:srgbClr val="002855"/>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13"/>
          <p:cNvSpPr>
            <a:spLocks noGrp="1"/>
          </p:cNvSpPr>
          <p:nvPr>
            <p:ph type="body" sz="quarter" idx="13"/>
          </p:nvPr>
        </p:nvSpPr>
        <p:spPr>
          <a:xfrm>
            <a:off x="4691046" y="1242334"/>
            <a:ext cx="4234053" cy="3112690"/>
          </a:xfrm>
        </p:spPr>
        <p:txBody>
          <a:bodyPr/>
          <a:lstStyle>
            <a:lvl1pPr>
              <a:buClr>
                <a:srgbClr val="002855"/>
              </a:buClr>
              <a:defRPr/>
            </a:lvl1pPr>
            <a:lvl2pPr>
              <a:buClr>
                <a:srgbClr val="002855"/>
              </a:buClr>
              <a:defRPr/>
            </a:lvl2pPr>
            <a:lvl3pPr>
              <a:buClr>
                <a:srgbClr val="002855"/>
              </a:buClr>
              <a:defRPr/>
            </a:lvl3pPr>
            <a:lvl4pPr>
              <a:buClr>
                <a:srgbClr val="002855"/>
              </a:buClr>
              <a:defRPr/>
            </a:lvl4pPr>
            <a:lvl5pPr>
              <a:buClr>
                <a:srgbClr val="002855"/>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
          <p:cNvSpPr>
            <a:spLocks noGrp="1"/>
          </p:cNvSpPr>
          <p:nvPr>
            <p:ph type="sldNum" sz="quarter" idx="15"/>
          </p:nvPr>
        </p:nvSpPr>
        <p:spPr/>
        <p:txBody>
          <a:bodyPr/>
          <a:lstStyle/>
          <a:p>
            <a:fld id="{3DD97BEB-BAEF-0344-9D5C-EC73E478698A}" type="slidenum">
              <a:rPr lang="en-US" smtClean="0"/>
              <a:pPr/>
              <a:t>‹#›</a:t>
            </a:fld>
            <a:endParaRPr lang="en-US"/>
          </a:p>
        </p:txBody>
      </p:sp>
      <p:sp>
        <p:nvSpPr>
          <p:cNvPr id="6" name="Title 1">
            <a:extLst>
              <a:ext uri="{FF2B5EF4-FFF2-40B4-BE49-F238E27FC236}">
                <a16:creationId xmlns:a16="http://schemas.microsoft.com/office/drawing/2014/main" id="{86AF5401-247A-20C7-3264-A18311DFAD2F}"/>
              </a:ext>
            </a:extLst>
          </p:cNvPr>
          <p:cNvSpPr>
            <a:spLocks noGrp="1"/>
          </p:cNvSpPr>
          <p:nvPr>
            <p:ph type="title" hasCustomPrompt="1"/>
          </p:nvPr>
        </p:nvSpPr>
        <p:spPr>
          <a:xfrm>
            <a:off x="282289" y="245650"/>
            <a:ext cx="8658712" cy="425669"/>
          </a:xfrm>
          <a:prstGeom prst="rect">
            <a:avLst/>
          </a:prstGeom>
        </p:spPr>
        <p:txBody>
          <a:bodyPr lIns="0"/>
          <a:lstStyle>
            <a:lvl1pPr>
              <a:defRPr>
                <a:solidFill>
                  <a:srgbClr val="002855"/>
                </a:solidFill>
              </a:defRPr>
            </a:lvl1pPr>
          </a:lstStyle>
          <a:p>
            <a:r>
              <a:rPr lang="en-US" dirty="0"/>
              <a:t>Topic</a:t>
            </a:r>
          </a:p>
        </p:txBody>
      </p:sp>
      <p:sp>
        <p:nvSpPr>
          <p:cNvPr id="8" name="Text Placeholder 3">
            <a:extLst>
              <a:ext uri="{FF2B5EF4-FFF2-40B4-BE49-F238E27FC236}">
                <a16:creationId xmlns:a16="http://schemas.microsoft.com/office/drawing/2014/main" id="{FC384FD7-4A7D-5268-62F7-93283DA1026B}"/>
              </a:ext>
            </a:extLst>
          </p:cNvPr>
          <p:cNvSpPr>
            <a:spLocks noGrp="1"/>
          </p:cNvSpPr>
          <p:nvPr>
            <p:ph type="body" sz="quarter" idx="16" hasCustomPrompt="1"/>
          </p:nvPr>
        </p:nvSpPr>
        <p:spPr>
          <a:xfrm>
            <a:off x="282288" y="710787"/>
            <a:ext cx="8658713" cy="329802"/>
          </a:xfrm>
        </p:spPr>
        <p:txBody>
          <a:bodyPr lIns="0">
            <a:noAutofit/>
          </a:bodyPr>
          <a:lstStyle>
            <a:lvl1pPr marL="0" indent="0">
              <a:buNone/>
              <a:defRPr sz="1800" b="1" i="1">
                <a:solidFill>
                  <a:schemeClr val="tx1">
                    <a:lumMod val="50000"/>
                    <a:lumOff val="50000"/>
                  </a:schemeClr>
                </a:solidFill>
              </a:defRPr>
            </a:lvl1pPr>
          </a:lstStyle>
          <a:p>
            <a:pPr lvl="0"/>
            <a:r>
              <a:rPr lang="en-US" dirty="0"/>
              <a:t>Subhead</a:t>
            </a:r>
          </a:p>
        </p:txBody>
      </p:sp>
    </p:spTree>
    <p:extLst>
      <p:ext uri="{BB962C8B-B14F-4D97-AF65-F5344CB8AC3E}">
        <p14:creationId xmlns:p14="http://schemas.microsoft.com/office/powerpoint/2010/main" val="17358584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a:xfrm>
            <a:off x="4690591" y="1245233"/>
            <a:ext cx="4250410" cy="3094292"/>
          </a:xfrm>
        </p:spPr>
        <p:txBody>
          <a:bodyPr/>
          <a:lstStyle>
            <a:lvl1pPr marL="0" indent="0">
              <a:buNone/>
              <a:defRPr sz="900" i="1"/>
            </a:lvl1pPr>
          </a:lstStyle>
          <a:p>
            <a:pPr lvl="0"/>
            <a:r>
              <a:rPr lang="en-US" dirty="0"/>
              <a:t>Insert Object</a:t>
            </a:r>
          </a:p>
        </p:txBody>
      </p:sp>
      <p:sp>
        <p:nvSpPr>
          <p:cNvPr id="14" name="Text Placeholder 13"/>
          <p:cNvSpPr>
            <a:spLocks noGrp="1"/>
          </p:cNvSpPr>
          <p:nvPr>
            <p:ph type="body" sz="quarter" idx="13"/>
          </p:nvPr>
        </p:nvSpPr>
        <p:spPr>
          <a:xfrm>
            <a:off x="282289" y="1245232"/>
            <a:ext cx="4227717" cy="3094119"/>
          </a:xfrm>
        </p:spPr>
        <p:txBody>
          <a:bodyPr/>
          <a:lstStyle>
            <a:lvl1pPr>
              <a:buClr>
                <a:srgbClr val="002855"/>
              </a:buClr>
              <a:defRPr/>
            </a:lvl1pPr>
            <a:lvl2pPr>
              <a:buClr>
                <a:srgbClr val="002855"/>
              </a:buClr>
              <a:defRPr/>
            </a:lvl2pPr>
            <a:lvl3pPr>
              <a:buClr>
                <a:srgbClr val="002855"/>
              </a:buClr>
              <a:defRPr/>
            </a:lvl3pPr>
            <a:lvl4pPr>
              <a:buClr>
                <a:srgbClr val="002855"/>
              </a:buClr>
              <a:defRPr/>
            </a:lvl4pPr>
            <a:lvl5pPr>
              <a:buClr>
                <a:srgbClr val="002855"/>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17"/>
          <p:cNvSpPr>
            <a:spLocks noGrp="1"/>
          </p:cNvSpPr>
          <p:nvPr>
            <p:ph type="sldNum" sz="quarter" idx="14"/>
          </p:nvPr>
        </p:nvSpPr>
        <p:spPr/>
        <p:txBody>
          <a:bodyPr/>
          <a:lstStyle/>
          <a:p>
            <a:fld id="{3DD97BEB-BAEF-0344-9D5C-EC73E478698A}" type="slidenum">
              <a:rPr lang="en-US" smtClean="0"/>
              <a:pPr/>
              <a:t>‹#›</a:t>
            </a:fld>
            <a:endParaRPr lang="en-US"/>
          </a:p>
        </p:txBody>
      </p:sp>
      <p:sp>
        <p:nvSpPr>
          <p:cNvPr id="6" name="Title 1">
            <a:extLst>
              <a:ext uri="{FF2B5EF4-FFF2-40B4-BE49-F238E27FC236}">
                <a16:creationId xmlns:a16="http://schemas.microsoft.com/office/drawing/2014/main" id="{216AD83B-8216-5397-EEB8-FF133C3E78B9}"/>
              </a:ext>
            </a:extLst>
          </p:cNvPr>
          <p:cNvSpPr>
            <a:spLocks noGrp="1"/>
          </p:cNvSpPr>
          <p:nvPr>
            <p:ph type="title" hasCustomPrompt="1"/>
          </p:nvPr>
        </p:nvSpPr>
        <p:spPr>
          <a:xfrm>
            <a:off x="282289" y="245650"/>
            <a:ext cx="8658712" cy="425669"/>
          </a:xfrm>
          <a:prstGeom prst="rect">
            <a:avLst/>
          </a:prstGeom>
        </p:spPr>
        <p:txBody>
          <a:bodyPr lIns="0"/>
          <a:lstStyle>
            <a:lvl1pPr>
              <a:defRPr>
                <a:solidFill>
                  <a:srgbClr val="002855"/>
                </a:solidFill>
              </a:defRPr>
            </a:lvl1pPr>
          </a:lstStyle>
          <a:p>
            <a:r>
              <a:rPr lang="en-US" dirty="0"/>
              <a:t>Topic</a:t>
            </a:r>
          </a:p>
        </p:txBody>
      </p:sp>
      <p:sp>
        <p:nvSpPr>
          <p:cNvPr id="8" name="Text Placeholder 3">
            <a:extLst>
              <a:ext uri="{FF2B5EF4-FFF2-40B4-BE49-F238E27FC236}">
                <a16:creationId xmlns:a16="http://schemas.microsoft.com/office/drawing/2014/main" id="{6A02FAF8-5E04-CFFE-9019-473F325D7C2E}"/>
              </a:ext>
            </a:extLst>
          </p:cNvPr>
          <p:cNvSpPr>
            <a:spLocks noGrp="1"/>
          </p:cNvSpPr>
          <p:nvPr>
            <p:ph type="body" sz="quarter" idx="16" hasCustomPrompt="1"/>
          </p:nvPr>
        </p:nvSpPr>
        <p:spPr>
          <a:xfrm>
            <a:off x="282288" y="710787"/>
            <a:ext cx="8658713" cy="329802"/>
          </a:xfrm>
        </p:spPr>
        <p:txBody>
          <a:bodyPr lIns="0">
            <a:noAutofit/>
          </a:bodyPr>
          <a:lstStyle>
            <a:lvl1pPr marL="0" indent="0">
              <a:buNone/>
              <a:defRPr sz="1800" b="1" i="1">
                <a:solidFill>
                  <a:schemeClr val="tx1">
                    <a:lumMod val="50000"/>
                    <a:lumOff val="50000"/>
                  </a:schemeClr>
                </a:solidFill>
              </a:defRPr>
            </a:lvl1pPr>
          </a:lstStyle>
          <a:p>
            <a:pPr lvl="0"/>
            <a:r>
              <a:rPr lang="en-US" dirty="0"/>
              <a:t>Subhead</a:t>
            </a:r>
          </a:p>
        </p:txBody>
      </p:sp>
    </p:spTree>
    <p:extLst>
      <p:ext uri="{BB962C8B-B14F-4D97-AF65-F5344CB8AC3E}">
        <p14:creationId xmlns:p14="http://schemas.microsoft.com/office/powerpoint/2010/main" val="4071208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a:xfrm>
            <a:off x="4688237" y="2875597"/>
            <a:ext cx="4252764" cy="1479427"/>
          </a:xfrm>
        </p:spPr>
        <p:txBody>
          <a:bodyPr/>
          <a:lstStyle>
            <a:lvl1pPr marL="0" indent="0">
              <a:buNone/>
              <a:defRPr sz="900" i="1"/>
            </a:lvl1pPr>
          </a:lstStyle>
          <a:p>
            <a:pPr lvl="0"/>
            <a:r>
              <a:rPr lang="en-US" dirty="0"/>
              <a:t>Insert Object</a:t>
            </a:r>
          </a:p>
        </p:txBody>
      </p:sp>
      <p:sp>
        <p:nvSpPr>
          <p:cNvPr id="14" name="Text Placeholder 13"/>
          <p:cNvSpPr>
            <a:spLocks noGrp="1"/>
          </p:cNvSpPr>
          <p:nvPr>
            <p:ph type="body" sz="quarter" idx="13"/>
          </p:nvPr>
        </p:nvSpPr>
        <p:spPr>
          <a:xfrm>
            <a:off x="282290" y="1245232"/>
            <a:ext cx="4252764" cy="3109792"/>
          </a:xfrm>
        </p:spPr>
        <p:txBody>
          <a:bodyPr/>
          <a:lstStyle>
            <a:lvl1pPr>
              <a:buClr>
                <a:srgbClr val="002855"/>
              </a:buClr>
              <a:defRPr/>
            </a:lvl1pPr>
            <a:lvl2pPr>
              <a:buClr>
                <a:srgbClr val="002855"/>
              </a:buClr>
              <a:defRPr/>
            </a:lvl2pPr>
            <a:lvl3pPr>
              <a:buClr>
                <a:srgbClr val="002855"/>
              </a:buClr>
              <a:defRPr/>
            </a:lvl3pPr>
            <a:lvl4pPr>
              <a:buClr>
                <a:srgbClr val="002855"/>
              </a:buClr>
              <a:defRPr/>
            </a:lvl4pPr>
            <a:lvl5pPr>
              <a:buClr>
                <a:srgbClr val="002855"/>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3"/>
          <p:cNvSpPr>
            <a:spLocks noGrp="1"/>
          </p:cNvSpPr>
          <p:nvPr>
            <p:ph sz="half" idx="14" hasCustomPrompt="1"/>
          </p:nvPr>
        </p:nvSpPr>
        <p:spPr>
          <a:xfrm>
            <a:off x="4688237" y="1245231"/>
            <a:ext cx="4252764" cy="1479427"/>
          </a:xfrm>
        </p:spPr>
        <p:txBody>
          <a:bodyPr/>
          <a:lstStyle>
            <a:lvl1pPr marL="0" indent="0">
              <a:buNone/>
              <a:defRPr sz="900" i="1"/>
            </a:lvl1pPr>
          </a:lstStyle>
          <a:p>
            <a:pPr lvl="0"/>
            <a:r>
              <a:rPr lang="en-US" dirty="0"/>
              <a:t>Insert Object</a:t>
            </a:r>
          </a:p>
        </p:txBody>
      </p:sp>
      <p:sp>
        <p:nvSpPr>
          <p:cNvPr id="3" name="Slide Number Placeholder 2"/>
          <p:cNvSpPr>
            <a:spLocks noGrp="1"/>
          </p:cNvSpPr>
          <p:nvPr>
            <p:ph type="sldNum" sz="quarter" idx="15"/>
          </p:nvPr>
        </p:nvSpPr>
        <p:spPr/>
        <p:txBody>
          <a:bodyPr/>
          <a:lstStyle/>
          <a:p>
            <a:fld id="{3DD97BEB-BAEF-0344-9D5C-EC73E478698A}" type="slidenum">
              <a:rPr lang="en-US" smtClean="0"/>
              <a:pPr/>
              <a:t>‹#›</a:t>
            </a:fld>
            <a:endParaRPr lang="en-US"/>
          </a:p>
        </p:txBody>
      </p:sp>
      <p:sp>
        <p:nvSpPr>
          <p:cNvPr id="7" name="Title 1">
            <a:extLst>
              <a:ext uri="{FF2B5EF4-FFF2-40B4-BE49-F238E27FC236}">
                <a16:creationId xmlns:a16="http://schemas.microsoft.com/office/drawing/2014/main" id="{6C792650-E2E9-3B3D-B60F-CA3A69788FBE}"/>
              </a:ext>
            </a:extLst>
          </p:cNvPr>
          <p:cNvSpPr>
            <a:spLocks noGrp="1"/>
          </p:cNvSpPr>
          <p:nvPr>
            <p:ph type="title" hasCustomPrompt="1"/>
          </p:nvPr>
        </p:nvSpPr>
        <p:spPr>
          <a:xfrm>
            <a:off x="282289" y="245650"/>
            <a:ext cx="8658712" cy="425669"/>
          </a:xfrm>
          <a:prstGeom prst="rect">
            <a:avLst/>
          </a:prstGeom>
        </p:spPr>
        <p:txBody>
          <a:bodyPr lIns="0"/>
          <a:lstStyle>
            <a:lvl1pPr>
              <a:defRPr>
                <a:solidFill>
                  <a:srgbClr val="002855"/>
                </a:solidFill>
              </a:defRPr>
            </a:lvl1pPr>
          </a:lstStyle>
          <a:p>
            <a:r>
              <a:rPr lang="en-US" dirty="0"/>
              <a:t>Topic</a:t>
            </a:r>
          </a:p>
        </p:txBody>
      </p:sp>
      <p:sp>
        <p:nvSpPr>
          <p:cNvPr id="8" name="Text Placeholder 3">
            <a:extLst>
              <a:ext uri="{FF2B5EF4-FFF2-40B4-BE49-F238E27FC236}">
                <a16:creationId xmlns:a16="http://schemas.microsoft.com/office/drawing/2014/main" id="{37B7DA4B-4D12-6662-3315-7423CCA6909F}"/>
              </a:ext>
            </a:extLst>
          </p:cNvPr>
          <p:cNvSpPr>
            <a:spLocks noGrp="1"/>
          </p:cNvSpPr>
          <p:nvPr>
            <p:ph type="body" sz="quarter" idx="16" hasCustomPrompt="1"/>
          </p:nvPr>
        </p:nvSpPr>
        <p:spPr>
          <a:xfrm>
            <a:off x="282288" y="710787"/>
            <a:ext cx="8658713" cy="329802"/>
          </a:xfrm>
        </p:spPr>
        <p:txBody>
          <a:bodyPr lIns="0">
            <a:noAutofit/>
          </a:bodyPr>
          <a:lstStyle>
            <a:lvl1pPr marL="0" indent="0">
              <a:buNone/>
              <a:defRPr sz="1800" b="1" i="1">
                <a:solidFill>
                  <a:schemeClr val="tx1">
                    <a:lumMod val="50000"/>
                    <a:lumOff val="50000"/>
                  </a:schemeClr>
                </a:solidFill>
              </a:defRPr>
            </a:lvl1pPr>
          </a:lstStyle>
          <a:p>
            <a:pPr lvl="0"/>
            <a:r>
              <a:rPr lang="en-US" dirty="0"/>
              <a:t>Subhead</a:t>
            </a:r>
          </a:p>
        </p:txBody>
      </p:sp>
    </p:spTree>
    <p:extLst>
      <p:ext uri="{BB962C8B-B14F-4D97-AF65-F5344CB8AC3E}">
        <p14:creationId xmlns:p14="http://schemas.microsoft.com/office/powerpoint/2010/main" val="13551443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1" name="Content Placeholder 3"/>
          <p:cNvSpPr>
            <a:spLocks noGrp="1"/>
          </p:cNvSpPr>
          <p:nvPr>
            <p:ph sz="half" idx="2" hasCustomPrompt="1"/>
          </p:nvPr>
        </p:nvSpPr>
        <p:spPr>
          <a:xfrm>
            <a:off x="4685745" y="2269344"/>
            <a:ext cx="4255255" cy="2085680"/>
          </a:xfrm>
        </p:spPr>
        <p:txBody>
          <a:bodyPr/>
          <a:lstStyle>
            <a:lvl1pPr marL="0" indent="0">
              <a:buNone/>
              <a:defRPr sz="900" i="1"/>
            </a:lvl1pPr>
          </a:lstStyle>
          <a:p>
            <a:pPr lvl="0"/>
            <a:r>
              <a:rPr lang="en-US" dirty="0"/>
              <a:t>Insert Object</a:t>
            </a:r>
          </a:p>
        </p:txBody>
      </p:sp>
      <p:sp>
        <p:nvSpPr>
          <p:cNvPr id="13" name="Text Placeholder 13"/>
          <p:cNvSpPr>
            <a:spLocks noGrp="1"/>
          </p:cNvSpPr>
          <p:nvPr>
            <p:ph type="body" sz="quarter" idx="13"/>
          </p:nvPr>
        </p:nvSpPr>
        <p:spPr>
          <a:xfrm>
            <a:off x="282290" y="1245232"/>
            <a:ext cx="4235466" cy="3109792"/>
          </a:xfrm>
        </p:spPr>
        <p:txBody>
          <a:bodyPr/>
          <a:lstStyle>
            <a:lvl1pPr>
              <a:buClr>
                <a:srgbClr val="002855"/>
              </a:buClr>
              <a:defRPr/>
            </a:lvl1pPr>
            <a:lvl2pPr>
              <a:buClr>
                <a:srgbClr val="002855"/>
              </a:buClr>
              <a:defRPr/>
            </a:lvl2pPr>
            <a:lvl3pPr>
              <a:buClr>
                <a:srgbClr val="002855"/>
              </a:buClr>
              <a:defRPr/>
            </a:lvl3pPr>
            <a:lvl4pPr>
              <a:buClr>
                <a:srgbClr val="002855"/>
              </a:buClr>
              <a:defRPr/>
            </a:lvl4pPr>
            <a:lvl5pPr>
              <a:buClr>
                <a:srgbClr val="002855"/>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3"/>
          <p:cNvSpPr>
            <a:spLocks noGrp="1"/>
          </p:cNvSpPr>
          <p:nvPr>
            <p:ph type="body" sz="quarter" idx="14" hasCustomPrompt="1"/>
          </p:nvPr>
        </p:nvSpPr>
        <p:spPr>
          <a:xfrm>
            <a:off x="4685745" y="1245232"/>
            <a:ext cx="4255255" cy="901283"/>
          </a:xfrm>
        </p:spPr>
        <p:txBody>
          <a:bodyPr lIns="0">
            <a:noAutofit/>
          </a:bodyPr>
          <a:lstStyle>
            <a:lvl1pPr marL="0" indent="0">
              <a:buNone/>
              <a:defRPr sz="1500"/>
            </a:lvl1pPr>
            <a:lvl2pP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a:t>
            </a:r>
          </a:p>
        </p:txBody>
      </p:sp>
      <p:sp>
        <p:nvSpPr>
          <p:cNvPr id="16" name="Slide Number Placeholder 15"/>
          <p:cNvSpPr>
            <a:spLocks noGrp="1"/>
          </p:cNvSpPr>
          <p:nvPr>
            <p:ph type="sldNum" sz="quarter" idx="15"/>
          </p:nvPr>
        </p:nvSpPr>
        <p:spPr/>
        <p:txBody>
          <a:bodyPr/>
          <a:lstStyle/>
          <a:p>
            <a:fld id="{3DD97BEB-BAEF-0344-9D5C-EC73E478698A}" type="slidenum">
              <a:rPr lang="en-US" smtClean="0"/>
              <a:pPr/>
              <a:t>‹#›</a:t>
            </a:fld>
            <a:endParaRPr lang="en-US"/>
          </a:p>
        </p:txBody>
      </p:sp>
      <p:sp>
        <p:nvSpPr>
          <p:cNvPr id="4" name="Title 1">
            <a:extLst>
              <a:ext uri="{FF2B5EF4-FFF2-40B4-BE49-F238E27FC236}">
                <a16:creationId xmlns:a16="http://schemas.microsoft.com/office/drawing/2014/main" id="{2E1B004A-409A-77D5-A3C7-281C878085ED}"/>
              </a:ext>
            </a:extLst>
          </p:cNvPr>
          <p:cNvSpPr>
            <a:spLocks noGrp="1"/>
          </p:cNvSpPr>
          <p:nvPr>
            <p:ph type="title" hasCustomPrompt="1"/>
          </p:nvPr>
        </p:nvSpPr>
        <p:spPr>
          <a:xfrm>
            <a:off x="282289" y="245650"/>
            <a:ext cx="8658712" cy="425669"/>
          </a:xfrm>
          <a:prstGeom prst="rect">
            <a:avLst/>
          </a:prstGeom>
        </p:spPr>
        <p:txBody>
          <a:bodyPr lIns="0"/>
          <a:lstStyle>
            <a:lvl1pPr>
              <a:defRPr>
                <a:solidFill>
                  <a:srgbClr val="002855"/>
                </a:solidFill>
              </a:defRPr>
            </a:lvl1pPr>
          </a:lstStyle>
          <a:p>
            <a:r>
              <a:rPr lang="en-US" dirty="0"/>
              <a:t>Topic</a:t>
            </a:r>
          </a:p>
        </p:txBody>
      </p:sp>
      <p:sp>
        <p:nvSpPr>
          <p:cNvPr id="5" name="Text Placeholder 3">
            <a:extLst>
              <a:ext uri="{FF2B5EF4-FFF2-40B4-BE49-F238E27FC236}">
                <a16:creationId xmlns:a16="http://schemas.microsoft.com/office/drawing/2014/main" id="{7B1E50B4-EB39-89B0-9C6E-A2B502C12D6D}"/>
              </a:ext>
            </a:extLst>
          </p:cNvPr>
          <p:cNvSpPr>
            <a:spLocks noGrp="1"/>
          </p:cNvSpPr>
          <p:nvPr>
            <p:ph type="body" sz="quarter" idx="16" hasCustomPrompt="1"/>
          </p:nvPr>
        </p:nvSpPr>
        <p:spPr>
          <a:xfrm>
            <a:off x="282288" y="710787"/>
            <a:ext cx="8658713" cy="329802"/>
          </a:xfrm>
        </p:spPr>
        <p:txBody>
          <a:bodyPr lIns="0">
            <a:noAutofit/>
          </a:bodyPr>
          <a:lstStyle>
            <a:lvl1pPr marL="0" indent="0">
              <a:buNone/>
              <a:defRPr sz="1800" b="1" i="1">
                <a:solidFill>
                  <a:schemeClr val="tx1">
                    <a:lumMod val="50000"/>
                    <a:lumOff val="50000"/>
                  </a:schemeClr>
                </a:solidFill>
              </a:defRPr>
            </a:lvl1pPr>
          </a:lstStyle>
          <a:p>
            <a:pPr lvl="0"/>
            <a:r>
              <a:rPr lang="en-US" dirty="0"/>
              <a:t>Subhead</a:t>
            </a:r>
          </a:p>
        </p:txBody>
      </p:sp>
    </p:spTree>
    <p:extLst>
      <p:ext uri="{BB962C8B-B14F-4D97-AF65-F5344CB8AC3E}">
        <p14:creationId xmlns:p14="http://schemas.microsoft.com/office/powerpoint/2010/main" val="5975459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ext, Bullets">
    <p:spTree>
      <p:nvGrpSpPr>
        <p:cNvPr id="1" name=""/>
        <p:cNvGrpSpPr/>
        <p:nvPr/>
      </p:nvGrpSpPr>
      <p:grpSpPr>
        <a:xfrm>
          <a:off x="0" y="0"/>
          <a:ext cx="0" cy="0"/>
          <a:chOff x="0" y="0"/>
          <a:chExt cx="0" cy="0"/>
        </a:xfrm>
      </p:grpSpPr>
      <p:sp>
        <p:nvSpPr>
          <p:cNvPr id="11" name="Content Placeholder 3"/>
          <p:cNvSpPr>
            <a:spLocks noGrp="1"/>
          </p:cNvSpPr>
          <p:nvPr>
            <p:ph sz="half" idx="2" hasCustomPrompt="1"/>
          </p:nvPr>
        </p:nvSpPr>
        <p:spPr>
          <a:xfrm>
            <a:off x="285920" y="1245687"/>
            <a:ext cx="4231835" cy="3109338"/>
          </a:xfrm>
        </p:spPr>
        <p:txBody>
          <a:bodyPr/>
          <a:lstStyle>
            <a:lvl1pPr marL="0" indent="0">
              <a:buNone/>
              <a:defRPr sz="900" i="1"/>
            </a:lvl1pPr>
          </a:lstStyle>
          <a:p>
            <a:pPr lvl="0"/>
            <a:r>
              <a:rPr lang="en-US" dirty="0"/>
              <a:t>Insert Object</a:t>
            </a:r>
          </a:p>
        </p:txBody>
      </p:sp>
      <p:sp>
        <p:nvSpPr>
          <p:cNvPr id="13" name="Text Placeholder 13"/>
          <p:cNvSpPr>
            <a:spLocks noGrp="1"/>
          </p:cNvSpPr>
          <p:nvPr>
            <p:ph type="body" sz="quarter" idx="13"/>
          </p:nvPr>
        </p:nvSpPr>
        <p:spPr>
          <a:xfrm>
            <a:off x="4687855" y="2269504"/>
            <a:ext cx="4253146" cy="2085521"/>
          </a:xfrm>
        </p:spPr>
        <p:txBody>
          <a:bodyPr/>
          <a:lstStyle>
            <a:lvl1pPr>
              <a:buClr>
                <a:srgbClr val="002855"/>
              </a:buClr>
              <a:defRPr/>
            </a:lvl1pPr>
            <a:lvl2pPr>
              <a:buClr>
                <a:srgbClr val="002855"/>
              </a:buClr>
              <a:defRPr/>
            </a:lvl2pPr>
            <a:lvl3pPr>
              <a:buClr>
                <a:srgbClr val="002855"/>
              </a:buClr>
              <a:defRPr/>
            </a:lvl3pPr>
            <a:lvl4pPr>
              <a:buClr>
                <a:srgbClr val="002855"/>
              </a:buClr>
              <a:defRPr/>
            </a:lvl4pPr>
            <a:lvl5pPr>
              <a:buClr>
                <a:srgbClr val="002855"/>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3"/>
          <p:cNvSpPr>
            <a:spLocks noGrp="1"/>
          </p:cNvSpPr>
          <p:nvPr>
            <p:ph type="body" sz="quarter" idx="14" hasCustomPrompt="1"/>
          </p:nvPr>
        </p:nvSpPr>
        <p:spPr>
          <a:xfrm>
            <a:off x="4687855" y="1252982"/>
            <a:ext cx="4253146" cy="885784"/>
          </a:xfrm>
        </p:spPr>
        <p:txBody>
          <a:bodyPr lIns="0">
            <a:noAutofit/>
          </a:bodyPr>
          <a:lstStyle>
            <a:lvl1pPr marL="0" indent="0">
              <a:buNone/>
              <a:defRPr sz="1500"/>
            </a:lvl1pPr>
            <a:lvl2pP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endParaRPr lang="en-US" dirty="0"/>
          </a:p>
        </p:txBody>
      </p:sp>
      <p:sp>
        <p:nvSpPr>
          <p:cNvPr id="2" name="Slide Number Placeholder 1"/>
          <p:cNvSpPr>
            <a:spLocks noGrp="1"/>
          </p:cNvSpPr>
          <p:nvPr>
            <p:ph type="sldNum" sz="quarter" idx="15"/>
          </p:nvPr>
        </p:nvSpPr>
        <p:spPr/>
        <p:txBody>
          <a:bodyPr/>
          <a:lstStyle/>
          <a:p>
            <a:fld id="{3DD97BEB-BAEF-0344-9D5C-EC73E478698A}" type="slidenum">
              <a:rPr lang="en-US" smtClean="0"/>
              <a:pPr/>
              <a:t>‹#›</a:t>
            </a:fld>
            <a:endParaRPr lang="en-US"/>
          </a:p>
        </p:txBody>
      </p:sp>
      <p:sp>
        <p:nvSpPr>
          <p:cNvPr id="5" name="Title 1">
            <a:extLst>
              <a:ext uri="{FF2B5EF4-FFF2-40B4-BE49-F238E27FC236}">
                <a16:creationId xmlns:a16="http://schemas.microsoft.com/office/drawing/2014/main" id="{0AF6E064-8914-FCD2-7B22-B9DD9D169EE1}"/>
              </a:ext>
            </a:extLst>
          </p:cNvPr>
          <p:cNvSpPr>
            <a:spLocks noGrp="1"/>
          </p:cNvSpPr>
          <p:nvPr>
            <p:ph type="title" hasCustomPrompt="1"/>
          </p:nvPr>
        </p:nvSpPr>
        <p:spPr>
          <a:xfrm>
            <a:off x="282289" y="245650"/>
            <a:ext cx="8658712" cy="425669"/>
          </a:xfrm>
          <a:prstGeom prst="rect">
            <a:avLst/>
          </a:prstGeom>
        </p:spPr>
        <p:txBody>
          <a:bodyPr lIns="0"/>
          <a:lstStyle>
            <a:lvl1pPr>
              <a:defRPr>
                <a:solidFill>
                  <a:srgbClr val="002855"/>
                </a:solidFill>
              </a:defRPr>
            </a:lvl1pPr>
          </a:lstStyle>
          <a:p>
            <a:r>
              <a:rPr lang="en-US" dirty="0"/>
              <a:t>Topic</a:t>
            </a:r>
          </a:p>
        </p:txBody>
      </p:sp>
      <p:sp>
        <p:nvSpPr>
          <p:cNvPr id="6" name="Text Placeholder 3">
            <a:extLst>
              <a:ext uri="{FF2B5EF4-FFF2-40B4-BE49-F238E27FC236}">
                <a16:creationId xmlns:a16="http://schemas.microsoft.com/office/drawing/2014/main" id="{8F514186-64D2-D79F-5790-B5B2D99DECF3}"/>
              </a:ext>
            </a:extLst>
          </p:cNvPr>
          <p:cNvSpPr>
            <a:spLocks noGrp="1"/>
          </p:cNvSpPr>
          <p:nvPr>
            <p:ph type="body" sz="quarter" idx="16" hasCustomPrompt="1"/>
          </p:nvPr>
        </p:nvSpPr>
        <p:spPr>
          <a:xfrm>
            <a:off x="282288" y="710787"/>
            <a:ext cx="8658713" cy="329802"/>
          </a:xfrm>
        </p:spPr>
        <p:txBody>
          <a:bodyPr lIns="0">
            <a:noAutofit/>
          </a:bodyPr>
          <a:lstStyle>
            <a:lvl1pPr marL="0" indent="0">
              <a:buNone/>
              <a:defRPr sz="1800" b="1" i="1">
                <a:solidFill>
                  <a:schemeClr val="tx1">
                    <a:lumMod val="50000"/>
                    <a:lumOff val="50000"/>
                  </a:schemeClr>
                </a:solidFill>
              </a:defRPr>
            </a:lvl1pPr>
          </a:lstStyle>
          <a:p>
            <a:pPr lvl="0"/>
            <a:r>
              <a:rPr lang="en-US" dirty="0"/>
              <a:t>Subhead</a:t>
            </a:r>
          </a:p>
        </p:txBody>
      </p:sp>
      <p:sp>
        <p:nvSpPr>
          <p:cNvPr id="7" name="TextBox 6">
            <a:extLst>
              <a:ext uri="{FF2B5EF4-FFF2-40B4-BE49-F238E27FC236}">
                <a16:creationId xmlns:a16="http://schemas.microsoft.com/office/drawing/2014/main" id="{9DAE3151-C814-8D51-B7C9-E0368224CE31}"/>
              </a:ext>
            </a:extLst>
          </p:cNvPr>
          <p:cNvSpPr txBox="1"/>
          <p:nvPr userDrawn="1"/>
        </p:nvSpPr>
        <p:spPr>
          <a:xfrm>
            <a:off x="7361695" y="1782305"/>
            <a:ext cx="0" cy="0"/>
          </a:xfrm>
          <a:prstGeom prst="rect">
            <a:avLst/>
          </a:prstGeom>
        </p:spPr>
        <p:txBody>
          <a:bodyPr wrap="none" rtlCol="0">
            <a:normAutofit fontScale="25000" lnSpcReduction="20000"/>
          </a:bodyPr>
          <a:lstStyle/>
          <a:p>
            <a:pPr algn="l"/>
            <a:endParaRPr lang="en-US" dirty="0"/>
          </a:p>
        </p:txBody>
      </p:sp>
    </p:spTree>
    <p:extLst>
      <p:ext uri="{BB962C8B-B14F-4D97-AF65-F5344CB8AC3E}">
        <p14:creationId xmlns:p14="http://schemas.microsoft.com/office/powerpoint/2010/main" val="16775149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1" name="Content Placeholder 3"/>
          <p:cNvSpPr>
            <a:spLocks noGrp="1"/>
          </p:cNvSpPr>
          <p:nvPr>
            <p:ph sz="half" idx="2" hasCustomPrompt="1"/>
          </p:nvPr>
        </p:nvSpPr>
        <p:spPr>
          <a:xfrm>
            <a:off x="4707473" y="2921431"/>
            <a:ext cx="4210281" cy="1422069"/>
          </a:xfrm>
        </p:spPr>
        <p:txBody>
          <a:bodyPr/>
          <a:lstStyle>
            <a:lvl1pPr marL="0" indent="0">
              <a:buNone/>
              <a:defRPr sz="900" i="1"/>
            </a:lvl1pPr>
          </a:lstStyle>
          <a:p>
            <a:pPr lvl="0"/>
            <a:r>
              <a:rPr lang="en-US" dirty="0"/>
              <a:t>Insert Object</a:t>
            </a:r>
          </a:p>
        </p:txBody>
      </p:sp>
      <p:sp>
        <p:nvSpPr>
          <p:cNvPr id="13" name="Text Placeholder 13"/>
          <p:cNvSpPr>
            <a:spLocks noGrp="1"/>
          </p:cNvSpPr>
          <p:nvPr>
            <p:ph type="body" sz="quarter" idx="13"/>
          </p:nvPr>
        </p:nvSpPr>
        <p:spPr>
          <a:xfrm>
            <a:off x="282290" y="1252981"/>
            <a:ext cx="4210280" cy="1439405"/>
          </a:xfrm>
        </p:spPr>
        <p:txBody>
          <a:bodyPr/>
          <a:lstStyle>
            <a:lvl1pPr>
              <a:buClr>
                <a:srgbClr val="002855"/>
              </a:buClr>
              <a:defRPr/>
            </a:lvl1pPr>
            <a:lvl2pPr>
              <a:buClr>
                <a:srgbClr val="002855"/>
              </a:buClr>
              <a:defRPr/>
            </a:lvl2pPr>
            <a:lvl3pPr>
              <a:buClr>
                <a:srgbClr val="002855"/>
              </a:buClr>
              <a:defRPr/>
            </a:lvl3pPr>
            <a:lvl4pPr>
              <a:buClr>
                <a:srgbClr val="002855"/>
              </a:buClr>
              <a:defRPr/>
            </a:lvl4pPr>
            <a:lvl5pPr>
              <a:buClr>
                <a:srgbClr val="002855"/>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3"/>
          <p:cNvSpPr>
            <a:spLocks noGrp="1"/>
          </p:cNvSpPr>
          <p:nvPr>
            <p:ph sz="half" idx="14" hasCustomPrompt="1"/>
          </p:nvPr>
        </p:nvSpPr>
        <p:spPr>
          <a:xfrm>
            <a:off x="4707473" y="1269541"/>
            <a:ext cx="4210281" cy="1422069"/>
          </a:xfrm>
        </p:spPr>
        <p:txBody>
          <a:bodyPr/>
          <a:lstStyle>
            <a:lvl1pPr marL="0" indent="0">
              <a:buNone/>
              <a:defRPr sz="900" i="1"/>
            </a:lvl1pPr>
          </a:lstStyle>
          <a:p>
            <a:pPr lvl="0"/>
            <a:r>
              <a:rPr lang="en-US" dirty="0"/>
              <a:t>Insert Object</a:t>
            </a:r>
          </a:p>
        </p:txBody>
      </p:sp>
      <p:sp>
        <p:nvSpPr>
          <p:cNvPr id="16" name="Content Placeholder 3"/>
          <p:cNvSpPr>
            <a:spLocks noGrp="1"/>
          </p:cNvSpPr>
          <p:nvPr>
            <p:ph sz="half" idx="15" hasCustomPrompt="1"/>
          </p:nvPr>
        </p:nvSpPr>
        <p:spPr>
          <a:xfrm>
            <a:off x="282290" y="2921431"/>
            <a:ext cx="4210280" cy="1422069"/>
          </a:xfrm>
        </p:spPr>
        <p:txBody>
          <a:bodyPr/>
          <a:lstStyle>
            <a:lvl1pPr marL="0" indent="0">
              <a:buNone/>
              <a:defRPr sz="900" i="1"/>
            </a:lvl1pPr>
          </a:lstStyle>
          <a:p>
            <a:pPr lvl="0"/>
            <a:r>
              <a:rPr lang="en-US" dirty="0"/>
              <a:t>Insert Object</a:t>
            </a:r>
          </a:p>
        </p:txBody>
      </p:sp>
      <p:sp>
        <p:nvSpPr>
          <p:cNvPr id="2" name="Slide Number Placeholder 1"/>
          <p:cNvSpPr>
            <a:spLocks noGrp="1"/>
          </p:cNvSpPr>
          <p:nvPr>
            <p:ph type="sldNum" sz="quarter" idx="16"/>
          </p:nvPr>
        </p:nvSpPr>
        <p:spPr/>
        <p:txBody>
          <a:bodyPr/>
          <a:lstStyle/>
          <a:p>
            <a:fld id="{3DD97BEB-BAEF-0344-9D5C-EC73E478698A}" type="slidenum">
              <a:rPr lang="en-US" smtClean="0"/>
              <a:pPr/>
              <a:t>‹#›</a:t>
            </a:fld>
            <a:endParaRPr lang="en-US"/>
          </a:p>
        </p:txBody>
      </p:sp>
      <p:sp>
        <p:nvSpPr>
          <p:cNvPr id="5" name="Title 1">
            <a:extLst>
              <a:ext uri="{FF2B5EF4-FFF2-40B4-BE49-F238E27FC236}">
                <a16:creationId xmlns:a16="http://schemas.microsoft.com/office/drawing/2014/main" id="{DCB2AA21-5DC4-EF2E-F110-447171121BAE}"/>
              </a:ext>
            </a:extLst>
          </p:cNvPr>
          <p:cNvSpPr>
            <a:spLocks noGrp="1"/>
          </p:cNvSpPr>
          <p:nvPr>
            <p:ph type="title" hasCustomPrompt="1"/>
          </p:nvPr>
        </p:nvSpPr>
        <p:spPr>
          <a:xfrm>
            <a:off x="282289" y="245650"/>
            <a:ext cx="8658712" cy="425669"/>
          </a:xfrm>
          <a:prstGeom prst="rect">
            <a:avLst/>
          </a:prstGeom>
        </p:spPr>
        <p:txBody>
          <a:bodyPr lIns="0"/>
          <a:lstStyle>
            <a:lvl1pPr>
              <a:defRPr>
                <a:solidFill>
                  <a:srgbClr val="002855"/>
                </a:solidFill>
              </a:defRPr>
            </a:lvl1pPr>
          </a:lstStyle>
          <a:p>
            <a:r>
              <a:rPr lang="en-US" dirty="0"/>
              <a:t>Topic</a:t>
            </a:r>
          </a:p>
        </p:txBody>
      </p:sp>
      <p:sp>
        <p:nvSpPr>
          <p:cNvPr id="6" name="Text Placeholder 3">
            <a:extLst>
              <a:ext uri="{FF2B5EF4-FFF2-40B4-BE49-F238E27FC236}">
                <a16:creationId xmlns:a16="http://schemas.microsoft.com/office/drawing/2014/main" id="{E3B2B563-ED51-2E79-84DE-879842AE1C8B}"/>
              </a:ext>
            </a:extLst>
          </p:cNvPr>
          <p:cNvSpPr>
            <a:spLocks noGrp="1"/>
          </p:cNvSpPr>
          <p:nvPr>
            <p:ph type="body" sz="quarter" idx="17" hasCustomPrompt="1"/>
          </p:nvPr>
        </p:nvSpPr>
        <p:spPr>
          <a:xfrm>
            <a:off x="282288" y="710787"/>
            <a:ext cx="8658713" cy="329802"/>
          </a:xfrm>
        </p:spPr>
        <p:txBody>
          <a:bodyPr lIns="0">
            <a:noAutofit/>
          </a:bodyPr>
          <a:lstStyle>
            <a:lvl1pPr marL="0" indent="0">
              <a:buNone/>
              <a:defRPr sz="1800" b="1" i="1">
                <a:solidFill>
                  <a:schemeClr val="tx1">
                    <a:lumMod val="50000"/>
                    <a:lumOff val="50000"/>
                  </a:schemeClr>
                </a:solidFill>
              </a:defRPr>
            </a:lvl1pPr>
          </a:lstStyle>
          <a:p>
            <a:pPr lvl="0"/>
            <a:r>
              <a:rPr lang="en-US" dirty="0"/>
              <a:t>Subhead</a:t>
            </a:r>
          </a:p>
        </p:txBody>
      </p:sp>
    </p:spTree>
    <p:extLst>
      <p:ext uri="{BB962C8B-B14F-4D97-AF65-F5344CB8AC3E}">
        <p14:creationId xmlns:p14="http://schemas.microsoft.com/office/powerpoint/2010/main" val="15960082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14" name="Text Placeholder 13"/>
          <p:cNvSpPr>
            <a:spLocks noGrp="1"/>
          </p:cNvSpPr>
          <p:nvPr>
            <p:ph type="body" sz="quarter" idx="13"/>
          </p:nvPr>
        </p:nvSpPr>
        <p:spPr>
          <a:xfrm>
            <a:off x="282291" y="1252981"/>
            <a:ext cx="3019523" cy="3102042"/>
          </a:xfrm>
        </p:spPr>
        <p:txBody>
          <a:bodyPr/>
          <a:lstStyle>
            <a:lvl1pPr>
              <a:buClr>
                <a:srgbClr val="002855"/>
              </a:buClr>
              <a:defRPr/>
            </a:lvl1pPr>
            <a:lvl2pPr>
              <a:buClr>
                <a:srgbClr val="002855"/>
              </a:buClr>
              <a:defRPr/>
            </a:lvl2pPr>
            <a:lvl3pPr>
              <a:buClr>
                <a:srgbClr val="002855"/>
              </a:buClr>
              <a:defRPr/>
            </a:lvl3pPr>
            <a:lvl4pPr>
              <a:buClr>
                <a:srgbClr val="002855"/>
              </a:buClr>
              <a:defRPr/>
            </a:lvl4pPr>
            <a:lvl5pPr>
              <a:buClr>
                <a:srgbClr val="002855"/>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able Placeholder 8"/>
          <p:cNvSpPr>
            <a:spLocks noGrp="1"/>
          </p:cNvSpPr>
          <p:nvPr>
            <p:ph type="tbl" sz="quarter" idx="14" hasCustomPrompt="1"/>
          </p:nvPr>
        </p:nvSpPr>
        <p:spPr>
          <a:xfrm>
            <a:off x="3443216" y="1252980"/>
            <a:ext cx="5497785" cy="3102043"/>
          </a:xfrm>
        </p:spPr>
        <p:txBody>
          <a:bodyPr>
            <a:normAutofit/>
          </a:bodyPr>
          <a:lstStyle>
            <a:lvl1pPr marL="0" indent="0">
              <a:buNone/>
              <a:defRPr sz="900" i="1"/>
            </a:lvl1pPr>
          </a:lstStyle>
          <a:p>
            <a:pPr lvl="0"/>
            <a:r>
              <a:rPr lang="en-US" dirty="0"/>
              <a:t>Insert Object</a:t>
            </a:r>
          </a:p>
        </p:txBody>
      </p:sp>
      <p:sp>
        <p:nvSpPr>
          <p:cNvPr id="10" name="Slide Number Placeholder 9"/>
          <p:cNvSpPr>
            <a:spLocks noGrp="1"/>
          </p:cNvSpPr>
          <p:nvPr>
            <p:ph type="sldNum" sz="quarter" idx="15"/>
          </p:nvPr>
        </p:nvSpPr>
        <p:spPr/>
        <p:txBody>
          <a:bodyPr/>
          <a:lstStyle/>
          <a:p>
            <a:fld id="{3DD97BEB-BAEF-0344-9D5C-EC73E478698A}" type="slidenum">
              <a:rPr lang="en-US" smtClean="0"/>
              <a:pPr/>
              <a:t>‹#›</a:t>
            </a:fld>
            <a:endParaRPr lang="en-US"/>
          </a:p>
        </p:txBody>
      </p:sp>
      <p:sp>
        <p:nvSpPr>
          <p:cNvPr id="5" name="Title 1">
            <a:extLst>
              <a:ext uri="{FF2B5EF4-FFF2-40B4-BE49-F238E27FC236}">
                <a16:creationId xmlns:a16="http://schemas.microsoft.com/office/drawing/2014/main" id="{4A304CB7-3AA2-3202-B580-2B5C69FB9F8D}"/>
              </a:ext>
            </a:extLst>
          </p:cNvPr>
          <p:cNvSpPr>
            <a:spLocks noGrp="1"/>
          </p:cNvSpPr>
          <p:nvPr>
            <p:ph type="title" hasCustomPrompt="1"/>
          </p:nvPr>
        </p:nvSpPr>
        <p:spPr>
          <a:xfrm>
            <a:off x="282289" y="245650"/>
            <a:ext cx="8658712" cy="425669"/>
          </a:xfrm>
          <a:prstGeom prst="rect">
            <a:avLst/>
          </a:prstGeom>
        </p:spPr>
        <p:txBody>
          <a:bodyPr lIns="0"/>
          <a:lstStyle>
            <a:lvl1pPr>
              <a:defRPr>
                <a:solidFill>
                  <a:srgbClr val="002855"/>
                </a:solidFill>
              </a:defRPr>
            </a:lvl1pPr>
          </a:lstStyle>
          <a:p>
            <a:r>
              <a:rPr lang="en-US" dirty="0"/>
              <a:t>Topic</a:t>
            </a:r>
          </a:p>
        </p:txBody>
      </p:sp>
      <p:sp>
        <p:nvSpPr>
          <p:cNvPr id="6" name="Text Placeholder 3">
            <a:extLst>
              <a:ext uri="{FF2B5EF4-FFF2-40B4-BE49-F238E27FC236}">
                <a16:creationId xmlns:a16="http://schemas.microsoft.com/office/drawing/2014/main" id="{957C2D4C-BD60-59E9-69C3-E21B44818806}"/>
              </a:ext>
            </a:extLst>
          </p:cNvPr>
          <p:cNvSpPr>
            <a:spLocks noGrp="1"/>
          </p:cNvSpPr>
          <p:nvPr>
            <p:ph type="body" sz="quarter" idx="16" hasCustomPrompt="1"/>
          </p:nvPr>
        </p:nvSpPr>
        <p:spPr>
          <a:xfrm>
            <a:off x="282288" y="710787"/>
            <a:ext cx="8658713" cy="329802"/>
          </a:xfrm>
        </p:spPr>
        <p:txBody>
          <a:bodyPr lIns="0">
            <a:noAutofit/>
          </a:bodyPr>
          <a:lstStyle>
            <a:lvl1pPr marL="0" indent="0">
              <a:buNone/>
              <a:defRPr sz="1800" b="1" i="1">
                <a:solidFill>
                  <a:schemeClr val="tx1">
                    <a:lumMod val="50000"/>
                    <a:lumOff val="50000"/>
                  </a:schemeClr>
                </a:solidFill>
              </a:defRPr>
            </a:lvl1pPr>
          </a:lstStyle>
          <a:p>
            <a:pPr lvl="0"/>
            <a:r>
              <a:rPr lang="en-US" dirty="0"/>
              <a:t>Subhead</a:t>
            </a:r>
          </a:p>
        </p:txBody>
      </p:sp>
    </p:spTree>
    <p:extLst>
      <p:ext uri="{BB962C8B-B14F-4D97-AF65-F5344CB8AC3E}">
        <p14:creationId xmlns:p14="http://schemas.microsoft.com/office/powerpoint/2010/main" val="14077240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13" name="Text Placeholder 13"/>
          <p:cNvSpPr>
            <a:spLocks noGrp="1"/>
          </p:cNvSpPr>
          <p:nvPr>
            <p:ph type="body" sz="quarter" idx="13"/>
          </p:nvPr>
        </p:nvSpPr>
        <p:spPr>
          <a:xfrm>
            <a:off x="4705535" y="1245231"/>
            <a:ext cx="4235466" cy="3109791"/>
          </a:xfrm>
        </p:spPr>
        <p:txBody>
          <a:bodyPr/>
          <a:lstStyle>
            <a:lvl1pPr>
              <a:buClr>
                <a:srgbClr val="002855"/>
              </a:buClr>
              <a:defRPr/>
            </a:lvl1pPr>
            <a:lvl2pPr>
              <a:buClr>
                <a:srgbClr val="002855"/>
              </a:buClr>
              <a:defRPr/>
            </a:lvl2pPr>
            <a:lvl3pPr>
              <a:buClr>
                <a:srgbClr val="002855"/>
              </a:buClr>
              <a:defRPr/>
            </a:lvl3pPr>
            <a:lvl4pPr>
              <a:buClr>
                <a:srgbClr val="002855"/>
              </a:buClr>
              <a:defRPr/>
            </a:lvl4pPr>
            <a:lvl5pPr>
              <a:buClr>
                <a:srgbClr val="002855"/>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3"/>
          <p:cNvSpPr>
            <a:spLocks noGrp="1"/>
          </p:cNvSpPr>
          <p:nvPr>
            <p:ph type="body" sz="quarter" idx="14" hasCustomPrompt="1"/>
          </p:nvPr>
        </p:nvSpPr>
        <p:spPr>
          <a:xfrm>
            <a:off x="282290" y="3591612"/>
            <a:ext cx="4235466" cy="763411"/>
          </a:xfrm>
        </p:spPr>
        <p:txBody>
          <a:bodyPr lIns="0">
            <a:noAutofit/>
          </a:bodyPr>
          <a:lstStyle>
            <a:lvl1pPr marL="0" indent="0">
              <a:buNone/>
              <a:defRPr sz="1500"/>
            </a:lvl1pPr>
            <a:lvl2pP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endParaRPr lang="en-US" dirty="0"/>
          </a:p>
        </p:txBody>
      </p:sp>
      <p:sp>
        <p:nvSpPr>
          <p:cNvPr id="3" name="Picture Placeholder 2"/>
          <p:cNvSpPr>
            <a:spLocks noGrp="1"/>
          </p:cNvSpPr>
          <p:nvPr>
            <p:ph type="pic" sz="quarter" idx="15" hasCustomPrompt="1"/>
          </p:nvPr>
        </p:nvSpPr>
        <p:spPr>
          <a:xfrm>
            <a:off x="282290" y="1245232"/>
            <a:ext cx="4235466" cy="2222393"/>
          </a:xfrm>
        </p:spPr>
        <p:txBody>
          <a:bodyPr>
            <a:normAutofit/>
          </a:bodyPr>
          <a:lstStyle>
            <a:lvl1pPr marL="0" indent="0">
              <a:buNone/>
              <a:defRPr sz="900" i="1" baseline="0"/>
            </a:lvl1pPr>
          </a:lstStyle>
          <a:p>
            <a:r>
              <a:rPr lang="en-US" dirty="0"/>
              <a:t>Insert Photo</a:t>
            </a:r>
          </a:p>
        </p:txBody>
      </p:sp>
      <p:sp>
        <p:nvSpPr>
          <p:cNvPr id="4" name="Slide Number Placeholder 3"/>
          <p:cNvSpPr>
            <a:spLocks noGrp="1"/>
          </p:cNvSpPr>
          <p:nvPr>
            <p:ph type="sldNum" sz="quarter" idx="16"/>
          </p:nvPr>
        </p:nvSpPr>
        <p:spPr/>
        <p:txBody>
          <a:bodyPr/>
          <a:lstStyle/>
          <a:p>
            <a:fld id="{3DD97BEB-BAEF-0344-9D5C-EC73E478698A}" type="slidenum">
              <a:rPr lang="en-US" smtClean="0"/>
              <a:pPr/>
              <a:t>‹#›</a:t>
            </a:fld>
            <a:endParaRPr lang="en-US"/>
          </a:p>
        </p:txBody>
      </p:sp>
      <p:sp>
        <p:nvSpPr>
          <p:cNvPr id="6" name="Title 1">
            <a:extLst>
              <a:ext uri="{FF2B5EF4-FFF2-40B4-BE49-F238E27FC236}">
                <a16:creationId xmlns:a16="http://schemas.microsoft.com/office/drawing/2014/main" id="{EA2468D8-7183-0FC6-538D-BB28C6C2195F}"/>
              </a:ext>
            </a:extLst>
          </p:cNvPr>
          <p:cNvSpPr>
            <a:spLocks noGrp="1"/>
          </p:cNvSpPr>
          <p:nvPr>
            <p:ph type="title" hasCustomPrompt="1"/>
          </p:nvPr>
        </p:nvSpPr>
        <p:spPr>
          <a:xfrm>
            <a:off x="282289" y="245650"/>
            <a:ext cx="8658712" cy="425669"/>
          </a:xfrm>
          <a:prstGeom prst="rect">
            <a:avLst/>
          </a:prstGeom>
        </p:spPr>
        <p:txBody>
          <a:bodyPr lIns="0"/>
          <a:lstStyle>
            <a:lvl1pPr>
              <a:defRPr>
                <a:solidFill>
                  <a:srgbClr val="002855"/>
                </a:solidFill>
              </a:defRPr>
            </a:lvl1pPr>
          </a:lstStyle>
          <a:p>
            <a:r>
              <a:rPr lang="en-US" dirty="0"/>
              <a:t>Topic</a:t>
            </a:r>
          </a:p>
        </p:txBody>
      </p:sp>
      <p:sp>
        <p:nvSpPr>
          <p:cNvPr id="7" name="Text Placeholder 3">
            <a:extLst>
              <a:ext uri="{FF2B5EF4-FFF2-40B4-BE49-F238E27FC236}">
                <a16:creationId xmlns:a16="http://schemas.microsoft.com/office/drawing/2014/main" id="{2D22E6AC-1D68-1A62-895E-D1CC0C4F3D22}"/>
              </a:ext>
            </a:extLst>
          </p:cNvPr>
          <p:cNvSpPr>
            <a:spLocks noGrp="1"/>
          </p:cNvSpPr>
          <p:nvPr>
            <p:ph type="body" sz="quarter" idx="17" hasCustomPrompt="1"/>
          </p:nvPr>
        </p:nvSpPr>
        <p:spPr>
          <a:xfrm>
            <a:off x="282288" y="710787"/>
            <a:ext cx="8658713" cy="329802"/>
          </a:xfrm>
        </p:spPr>
        <p:txBody>
          <a:bodyPr lIns="0">
            <a:noAutofit/>
          </a:bodyPr>
          <a:lstStyle>
            <a:lvl1pPr marL="0" indent="0">
              <a:buNone/>
              <a:defRPr sz="1800" b="1" i="1">
                <a:solidFill>
                  <a:schemeClr val="tx1">
                    <a:lumMod val="50000"/>
                    <a:lumOff val="50000"/>
                  </a:schemeClr>
                </a:solidFill>
              </a:defRPr>
            </a:lvl1pPr>
          </a:lstStyle>
          <a:p>
            <a:pPr lvl="0"/>
            <a:r>
              <a:rPr lang="en-US" dirty="0"/>
              <a:t>Subhead</a:t>
            </a:r>
          </a:p>
        </p:txBody>
      </p:sp>
    </p:spTree>
    <p:extLst>
      <p:ext uri="{BB962C8B-B14F-4D97-AF65-F5344CB8AC3E}">
        <p14:creationId xmlns:p14="http://schemas.microsoft.com/office/powerpoint/2010/main" val="18389558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Slide Number Placeholder 5"/>
          <p:cNvSpPr>
            <a:spLocks noGrp="1"/>
          </p:cNvSpPr>
          <p:nvPr>
            <p:ph type="sldNum" sz="quarter" idx="10"/>
          </p:nvPr>
        </p:nvSpPr>
        <p:spPr/>
        <p:txBody>
          <a:bodyPr/>
          <a:lstStyle/>
          <a:p>
            <a:fld id="{3DD97BEB-BAEF-0344-9D5C-EC73E478698A}" type="slidenum">
              <a:rPr lang="en-US" smtClean="0"/>
              <a:pPr/>
              <a:t>‹#›</a:t>
            </a:fld>
            <a:endParaRPr lang="en-US"/>
          </a:p>
        </p:txBody>
      </p:sp>
      <p:sp>
        <p:nvSpPr>
          <p:cNvPr id="4" name="Title 1">
            <a:extLst>
              <a:ext uri="{FF2B5EF4-FFF2-40B4-BE49-F238E27FC236}">
                <a16:creationId xmlns:a16="http://schemas.microsoft.com/office/drawing/2014/main" id="{DCE4219F-8A77-4012-6E77-CCFCA36951F3}"/>
              </a:ext>
            </a:extLst>
          </p:cNvPr>
          <p:cNvSpPr>
            <a:spLocks noGrp="1"/>
          </p:cNvSpPr>
          <p:nvPr>
            <p:ph type="title" hasCustomPrompt="1"/>
          </p:nvPr>
        </p:nvSpPr>
        <p:spPr>
          <a:xfrm>
            <a:off x="282289" y="245650"/>
            <a:ext cx="8658712" cy="425669"/>
          </a:xfrm>
          <a:prstGeom prst="rect">
            <a:avLst/>
          </a:prstGeom>
        </p:spPr>
        <p:txBody>
          <a:bodyPr lIns="0"/>
          <a:lstStyle>
            <a:lvl1pPr>
              <a:defRPr>
                <a:solidFill>
                  <a:srgbClr val="002855"/>
                </a:solidFill>
              </a:defRPr>
            </a:lvl1pPr>
          </a:lstStyle>
          <a:p>
            <a:r>
              <a:rPr lang="en-US" dirty="0"/>
              <a:t>Topic</a:t>
            </a:r>
          </a:p>
        </p:txBody>
      </p:sp>
      <p:sp>
        <p:nvSpPr>
          <p:cNvPr id="5" name="Text Placeholder 3">
            <a:extLst>
              <a:ext uri="{FF2B5EF4-FFF2-40B4-BE49-F238E27FC236}">
                <a16:creationId xmlns:a16="http://schemas.microsoft.com/office/drawing/2014/main" id="{EE34E679-CD0B-16C4-E8EE-14DDEBE54E03}"/>
              </a:ext>
            </a:extLst>
          </p:cNvPr>
          <p:cNvSpPr>
            <a:spLocks noGrp="1"/>
          </p:cNvSpPr>
          <p:nvPr>
            <p:ph type="body" sz="quarter" idx="16" hasCustomPrompt="1"/>
          </p:nvPr>
        </p:nvSpPr>
        <p:spPr>
          <a:xfrm>
            <a:off x="282288" y="710787"/>
            <a:ext cx="8658713" cy="329802"/>
          </a:xfrm>
        </p:spPr>
        <p:txBody>
          <a:bodyPr lIns="0">
            <a:noAutofit/>
          </a:bodyPr>
          <a:lstStyle>
            <a:lvl1pPr marL="0" indent="0">
              <a:buNone/>
              <a:defRPr sz="1800" b="1" i="1">
                <a:solidFill>
                  <a:schemeClr val="tx1">
                    <a:lumMod val="50000"/>
                    <a:lumOff val="50000"/>
                  </a:schemeClr>
                </a:solidFill>
              </a:defRPr>
            </a:lvl1pPr>
          </a:lstStyle>
          <a:p>
            <a:pPr lvl="0"/>
            <a:r>
              <a:rPr lang="en-US" dirty="0"/>
              <a:t>Subhead</a:t>
            </a:r>
          </a:p>
        </p:txBody>
      </p:sp>
      <p:sp>
        <p:nvSpPr>
          <p:cNvPr id="2" name="TextBox 1">
            <a:extLst>
              <a:ext uri="{FF2B5EF4-FFF2-40B4-BE49-F238E27FC236}">
                <a16:creationId xmlns:a16="http://schemas.microsoft.com/office/drawing/2014/main" id="{72B60127-67C7-F66A-23F8-A934B721F883}"/>
              </a:ext>
            </a:extLst>
          </p:cNvPr>
          <p:cNvSpPr txBox="1"/>
          <p:nvPr userDrawn="1"/>
        </p:nvSpPr>
        <p:spPr>
          <a:xfrm>
            <a:off x="1066800" y="431800"/>
            <a:ext cx="0" cy="0"/>
          </a:xfrm>
          <a:prstGeom prst="rect">
            <a:avLst/>
          </a:prstGeom>
        </p:spPr>
        <p:txBody>
          <a:bodyPr wrap="none" rtlCol="0">
            <a:normAutofit fontScale="25000" lnSpcReduction="20000"/>
          </a:bodyPr>
          <a:lstStyle/>
          <a:p>
            <a:pPr algn="l"/>
            <a:endParaRPr lang="en-US" dirty="0"/>
          </a:p>
        </p:txBody>
      </p:sp>
    </p:spTree>
    <p:extLst>
      <p:ext uri="{BB962C8B-B14F-4D97-AF65-F5344CB8AC3E}">
        <p14:creationId xmlns:p14="http://schemas.microsoft.com/office/powerpoint/2010/main" val="8441047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Bullets">
    <p:spTree>
      <p:nvGrpSpPr>
        <p:cNvPr id="1" name=""/>
        <p:cNvGrpSpPr/>
        <p:nvPr/>
      </p:nvGrpSpPr>
      <p:grpSpPr>
        <a:xfrm>
          <a:off x="0" y="0"/>
          <a:ext cx="0" cy="0"/>
          <a:chOff x="0" y="0"/>
          <a:chExt cx="0" cy="0"/>
        </a:xfrm>
      </p:grpSpPr>
      <p:sp>
        <p:nvSpPr>
          <p:cNvPr id="13" name="Text Placeholder 13"/>
          <p:cNvSpPr>
            <a:spLocks noGrp="1"/>
          </p:cNvSpPr>
          <p:nvPr>
            <p:ph type="body" sz="quarter" idx="13"/>
          </p:nvPr>
        </p:nvSpPr>
        <p:spPr>
          <a:xfrm>
            <a:off x="282289" y="2128100"/>
            <a:ext cx="8658711" cy="1604915"/>
          </a:xfrm>
        </p:spPr>
        <p:txBody>
          <a:bodyPr/>
          <a:lstStyle>
            <a:lvl1pPr>
              <a:buClr>
                <a:srgbClr val="002855"/>
              </a:buClr>
              <a:defRPr/>
            </a:lvl1pPr>
            <a:lvl2pPr>
              <a:buClr>
                <a:srgbClr val="002855"/>
              </a:buClr>
              <a:defRPr/>
            </a:lvl2pPr>
            <a:lvl3pPr>
              <a:buClr>
                <a:srgbClr val="002855"/>
              </a:buClr>
              <a:defRPr/>
            </a:lvl3pPr>
            <a:lvl4pPr>
              <a:buClr>
                <a:srgbClr val="002855"/>
              </a:buClr>
              <a:defRPr/>
            </a:lvl4pPr>
            <a:lvl5pPr>
              <a:buClr>
                <a:srgbClr val="002855"/>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3"/>
          <p:cNvSpPr>
            <a:spLocks noGrp="1"/>
          </p:cNvSpPr>
          <p:nvPr>
            <p:ph type="body" sz="quarter" idx="14" hasCustomPrompt="1"/>
          </p:nvPr>
        </p:nvSpPr>
        <p:spPr>
          <a:xfrm>
            <a:off x="282289" y="1253847"/>
            <a:ext cx="8658711" cy="758882"/>
          </a:xfrm>
        </p:spPr>
        <p:txBody>
          <a:bodyPr lIns="0">
            <a:normAutofit/>
          </a:bodyPr>
          <a:lstStyle>
            <a:lvl1pPr marL="0" indent="0">
              <a:buNone/>
              <a:defRPr sz="1500"/>
            </a:lvl1pPr>
            <a:lvl2pP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ea</a:t>
            </a:r>
            <a:r>
              <a:rPr lang="en-US" dirty="0"/>
              <a:t> </a:t>
            </a:r>
            <a:r>
              <a:rPr lang="en-US" dirty="0" err="1"/>
              <a:t>consequat</a:t>
            </a:r>
            <a:r>
              <a:rPr lang="en-US" dirty="0"/>
              <a:t>.</a:t>
            </a:r>
          </a:p>
        </p:txBody>
      </p:sp>
      <p:sp>
        <p:nvSpPr>
          <p:cNvPr id="14" name="Text Placeholder 13"/>
          <p:cNvSpPr>
            <a:spLocks noGrp="1"/>
          </p:cNvSpPr>
          <p:nvPr>
            <p:ph type="body" sz="quarter" idx="15" hasCustomPrompt="1"/>
          </p:nvPr>
        </p:nvSpPr>
        <p:spPr>
          <a:xfrm>
            <a:off x="282289" y="3810504"/>
            <a:ext cx="8658711" cy="544519"/>
          </a:xfrm>
        </p:spPr>
        <p:txBody>
          <a:bodyPr lIns="0">
            <a:normAutofit/>
          </a:bodyPr>
          <a:lstStyle>
            <a:lvl1pPr marL="0" indent="0">
              <a:buNone/>
              <a:defRPr sz="1500" b="1" i="1">
                <a:solidFill>
                  <a:srgbClr val="002855"/>
                </a:solidFill>
              </a:defRPr>
            </a:lvl1pPr>
            <a:lvl2pP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p:txBody>
      </p:sp>
      <p:sp>
        <p:nvSpPr>
          <p:cNvPr id="2" name="Slide Number Placeholder 1"/>
          <p:cNvSpPr>
            <a:spLocks noGrp="1"/>
          </p:cNvSpPr>
          <p:nvPr>
            <p:ph type="sldNum" sz="quarter" idx="16"/>
          </p:nvPr>
        </p:nvSpPr>
        <p:spPr/>
        <p:txBody>
          <a:bodyPr/>
          <a:lstStyle/>
          <a:p>
            <a:fld id="{3DD97BEB-BAEF-0344-9D5C-EC73E478698A}" type="slidenum">
              <a:rPr lang="en-US" smtClean="0"/>
              <a:pPr/>
              <a:t>‹#›</a:t>
            </a:fld>
            <a:endParaRPr lang="en-US"/>
          </a:p>
        </p:txBody>
      </p:sp>
      <p:sp>
        <p:nvSpPr>
          <p:cNvPr id="5" name="Title 1">
            <a:extLst>
              <a:ext uri="{FF2B5EF4-FFF2-40B4-BE49-F238E27FC236}">
                <a16:creationId xmlns:a16="http://schemas.microsoft.com/office/drawing/2014/main" id="{3603909E-FD8C-20E1-141E-744AE8D3FAB4}"/>
              </a:ext>
            </a:extLst>
          </p:cNvPr>
          <p:cNvSpPr>
            <a:spLocks noGrp="1"/>
          </p:cNvSpPr>
          <p:nvPr>
            <p:ph type="title" hasCustomPrompt="1"/>
          </p:nvPr>
        </p:nvSpPr>
        <p:spPr>
          <a:xfrm>
            <a:off x="282289" y="245650"/>
            <a:ext cx="8658712" cy="425669"/>
          </a:xfrm>
          <a:prstGeom prst="rect">
            <a:avLst/>
          </a:prstGeom>
        </p:spPr>
        <p:txBody>
          <a:bodyPr lIns="0"/>
          <a:lstStyle>
            <a:lvl1pPr>
              <a:defRPr>
                <a:solidFill>
                  <a:srgbClr val="002855"/>
                </a:solidFill>
              </a:defRPr>
            </a:lvl1pPr>
          </a:lstStyle>
          <a:p>
            <a:r>
              <a:rPr lang="en-US" noProof="0" dirty="0"/>
              <a:t>Topic</a:t>
            </a:r>
          </a:p>
        </p:txBody>
      </p:sp>
      <p:sp>
        <p:nvSpPr>
          <p:cNvPr id="6" name="Text Placeholder 3">
            <a:extLst>
              <a:ext uri="{FF2B5EF4-FFF2-40B4-BE49-F238E27FC236}">
                <a16:creationId xmlns:a16="http://schemas.microsoft.com/office/drawing/2014/main" id="{C8408872-713C-D7D4-6C0F-6707249D20ED}"/>
              </a:ext>
            </a:extLst>
          </p:cNvPr>
          <p:cNvSpPr>
            <a:spLocks noGrp="1"/>
          </p:cNvSpPr>
          <p:nvPr>
            <p:ph type="body" sz="quarter" idx="17" hasCustomPrompt="1"/>
          </p:nvPr>
        </p:nvSpPr>
        <p:spPr>
          <a:xfrm>
            <a:off x="282288" y="710787"/>
            <a:ext cx="8658713" cy="329802"/>
          </a:xfrm>
        </p:spPr>
        <p:txBody>
          <a:bodyPr lIns="0">
            <a:noAutofit/>
          </a:bodyPr>
          <a:lstStyle>
            <a:lvl1pPr marL="0" indent="0">
              <a:buNone/>
              <a:defRPr sz="1800" b="1" i="1">
                <a:solidFill>
                  <a:schemeClr val="tx1">
                    <a:lumMod val="50000"/>
                    <a:lumOff val="50000"/>
                  </a:schemeClr>
                </a:solidFill>
              </a:defRPr>
            </a:lvl1pPr>
          </a:lstStyle>
          <a:p>
            <a:pPr lvl="0"/>
            <a:r>
              <a:rPr lang="en-US" noProof="0" dirty="0"/>
              <a:t>Subhead</a:t>
            </a:r>
          </a:p>
        </p:txBody>
      </p:sp>
    </p:spTree>
    <p:extLst>
      <p:ext uri="{BB962C8B-B14F-4D97-AF65-F5344CB8AC3E}">
        <p14:creationId xmlns:p14="http://schemas.microsoft.com/office/powerpoint/2010/main" val="13278911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Bullets, Content">
    <p:spTree>
      <p:nvGrpSpPr>
        <p:cNvPr id="1" name=""/>
        <p:cNvGrpSpPr/>
        <p:nvPr/>
      </p:nvGrpSpPr>
      <p:grpSpPr>
        <a:xfrm>
          <a:off x="0" y="0"/>
          <a:ext cx="0" cy="0"/>
          <a:chOff x="0" y="0"/>
          <a:chExt cx="0" cy="0"/>
        </a:xfrm>
      </p:grpSpPr>
      <p:sp>
        <p:nvSpPr>
          <p:cNvPr id="13" name="Text Placeholder 13"/>
          <p:cNvSpPr>
            <a:spLocks noGrp="1"/>
          </p:cNvSpPr>
          <p:nvPr>
            <p:ph type="body" sz="quarter" idx="13"/>
          </p:nvPr>
        </p:nvSpPr>
        <p:spPr>
          <a:xfrm>
            <a:off x="282290" y="3138935"/>
            <a:ext cx="4289710" cy="1208828"/>
          </a:xfrm>
        </p:spPr>
        <p:txBody>
          <a:bodyPr/>
          <a:lstStyle>
            <a:lvl1pPr>
              <a:buClr>
                <a:srgbClr val="002855"/>
              </a:buClr>
              <a:defRPr/>
            </a:lvl1pPr>
            <a:lvl2pPr>
              <a:buClr>
                <a:srgbClr val="002855"/>
              </a:buClr>
              <a:defRPr/>
            </a:lvl2pPr>
            <a:lvl3pPr>
              <a:buClr>
                <a:srgbClr val="002855"/>
              </a:buClr>
              <a:defRPr/>
            </a:lvl3pPr>
            <a:lvl4pPr>
              <a:buClr>
                <a:srgbClr val="002855"/>
              </a:buClr>
              <a:defRPr/>
            </a:lvl4pPr>
            <a:lvl5pPr>
              <a:buClr>
                <a:srgbClr val="002855"/>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3"/>
          <p:cNvSpPr>
            <a:spLocks noGrp="1"/>
          </p:cNvSpPr>
          <p:nvPr>
            <p:ph type="body" sz="quarter" idx="14" hasCustomPrompt="1"/>
          </p:nvPr>
        </p:nvSpPr>
        <p:spPr>
          <a:xfrm>
            <a:off x="282289" y="1245232"/>
            <a:ext cx="8658711" cy="1457025"/>
          </a:xfrm>
        </p:spPr>
        <p:txBody>
          <a:bodyPr lIns="0" numCol="2" spcCol="274320">
            <a:normAutofit/>
          </a:bodyPr>
          <a:lstStyle>
            <a:lvl1pPr marL="0" indent="0">
              <a:buNone/>
              <a:defRPr sz="1500"/>
            </a:lvl1pPr>
            <a:lvl2pP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p>
          <a:p>
            <a:pPr lvl="0"/>
            <a:endParaRPr lang="en-US" dirty="0"/>
          </a:p>
          <a:p>
            <a:pPr lvl="0"/>
            <a:r>
              <a:rPr lang="en-US" dirty="0"/>
              <a:t>Duis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dolore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sunt in culpa qui.</a:t>
            </a:r>
          </a:p>
        </p:txBody>
      </p:sp>
      <p:sp>
        <p:nvSpPr>
          <p:cNvPr id="3" name="Picture Placeholder 2"/>
          <p:cNvSpPr>
            <a:spLocks noGrp="1"/>
          </p:cNvSpPr>
          <p:nvPr>
            <p:ph type="pic" sz="quarter" idx="15" hasCustomPrompt="1"/>
          </p:nvPr>
        </p:nvSpPr>
        <p:spPr>
          <a:xfrm>
            <a:off x="4722970" y="3138934"/>
            <a:ext cx="4218030" cy="1208829"/>
          </a:xfrm>
        </p:spPr>
        <p:txBody>
          <a:bodyPr>
            <a:normAutofit/>
          </a:bodyPr>
          <a:lstStyle>
            <a:lvl1pPr marL="0" indent="0">
              <a:buNone/>
              <a:defRPr sz="900" i="1" baseline="0"/>
            </a:lvl1pPr>
          </a:lstStyle>
          <a:p>
            <a:r>
              <a:rPr lang="en-US" dirty="0"/>
              <a:t>Insert Photo</a:t>
            </a:r>
          </a:p>
        </p:txBody>
      </p:sp>
      <p:sp>
        <p:nvSpPr>
          <p:cNvPr id="2" name="Slide Number Placeholder 1"/>
          <p:cNvSpPr>
            <a:spLocks noGrp="1"/>
          </p:cNvSpPr>
          <p:nvPr>
            <p:ph type="sldNum" sz="quarter" idx="16"/>
          </p:nvPr>
        </p:nvSpPr>
        <p:spPr/>
        <p:txBody>
          <a:bodyPr/>
          <a:lstStyle/>
          <a:p>
            <a:fld id="{3DD97BEB-BAEF-0344-9D5C-EC73E478698A}" type="slidenum">
              <a:rPr lang="en-US" smtClean="0"/>
              <a:pPr/>
              <a:t>‹#›</a:t>
            </a:fld>
            <a:endParaRPr lang="en-US"/>
          </a:p>
        </p:txBody>
      </p:sp>
      <p:sp>
        <p:nvSpPr>
          <p:cNvPr id="6" name="Title 1">
            <a:extLst>
              <a:ext uri="{FF2B5EF4-FFF2-40B4-BE49-F238E27FC236}">
                <a16:creationId xmlns:a16="http://schemas.microsoft.com/office/drawing/2014/main" id="{22101C7A-858B-1E2B-83E0-2582C721453B}"/>
              </a:ext>
            </a:extLst>
          </p:cNvPr>
          <p:cNvSpPr>
            <a:spLocks noGrp="1"/>
          </p:cNvSpPr>
          <p:nvPr>
            <p:ph type="title" hasCustomPrompt="1"/>
          </p:nvPr>
        </p:nvSpPr>
        <p:spPr>
          <a:xfrm>
            <a:off x="282289" y="245650"/>
            <a:ext cx="8658712" cy="425669"/>
          </a:xfrm>
          <a:prstGeom prst="rect">
            <a:avLst/>
          </a:prstGeom>
        </p:spPr>
        <p:txBody>
          <a:bodyPr lIns="0"/>
          <a:lstStyle>
            <a:lvl1pPr>
              <a:defRPr>
                <a:solidFill>
                  <a:srgbClr val="002855"/>
                </a:solidFill>
              </a:defRPr>
            </a:lvl1pPr>
          </a:lstStyle>
          <a:p>
            <a:r>
              <a:rPr lang="en-US" dirty="0"/>
              <a:t>Topic</a:t>
            </a:r>
          </a:p>
        </p:txBody>
      </p:sp>
      <p:sp>
        <p:nvSpPr>
          <p:cNvPr id="7" name="Text Placeholder 3">
            <a:extLst>
              <a:ext uri="{FF2B5EF4-FFF2-40B4-BE49-F238E27FC236}">
                <a16:creationId xmlns:a16="http://schemas.microsoft.com/office/drawing/2014/main" id="{13388630-5250-47EC-8C4D-75D355887114}"/>
              </a:ext>
            </a:extLst>
          </p:cNvPr>
          <p:cNvSpPr>
            <a:spLocks noGrp="1"/>
          </p:cNvSpPr>
          <p:nvPr>
            <p:ph type="body" sz="quarter" idx="17" hasCustomPrompt="1"/>
          </p:nvPr>
        </p:nvSpPr>
        <p:spPr>
          <a:xfrm>
            <a:off x="282288" y="710787"/>
            <a:ext cx="8658713" cy="329802"/>
          </a:xfrm>
        </p:spPr>
        <p:txBody>
          <a:bodyPr lIns="0">
            <a:noAutofit/>
          </a:bodyPr>
          <a:lstStyle>
            <a:lvl1pPr marL="0" indent="0">
              <a:buNone/>
              <a:defRPr sz="1800" b="1" i="1">
                <a:solidFill>
                  <a:schemeClr val="tx1">
                    <a:lumMod val="50000"/>
                    <a:lumOff val="50000"/>
                  </a:schemeClr>
                </a:solidFill>
              </a:defRPr>
            </a:lvl1pPr>
          </a:lstStyle>
          <a:p>
            <a:pPr lvl="0"/>
            <a:r>
              <a:rPr lang="en-US" dirty="0"/>
              <a:t>Subhead</a:t>
            </a:r>
          </a:p>
        </p:txBody>
      </p:sp>
    </p:spTree>
    <p:extLst>
      <p:ext uri="{BB962C8B-B14F-4D97-AF65-F5344CB8AC3E}">
        <p14:creationId xmlns:p14="http://schemas.microsoft.com/office/powerpoint/2010/main" val="6622244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ullets and Image">
    <p:spTree>
      <p:nvGrpSpPr>
        <p:cNvPr id="1" name=""/>
        <p:cNvGrpSpPr/>
        <p:nvPr/>
      </p:nvGrpSpPr>
      <p:grpSpPr>
        <a:xfrm>
          <a:off x="0" y="0"/>
          <a:ext cx="0" cy="0"/>
          <a:chOff x="0" y="0"/>
          <a:chExt cx="0" cy="0"/>
        </a:xfrm>
      </p:grpSpPr>
      <p:sp>
        <p:nvSpPr>
          <p:cNvPr id="13" name="Text Placeholder 13"/>
          <p:cNvSpPr>
            <a:spLocks noGrp="1"/>
          </p:cNvSpPr>
          <p:nvPr>
            <p:ph type="body" sz="quarter" idx="13"/>
          </p:nvPr>
        </p:nvSpPr>
        <p:spPr>
          <a:xfrm>
            <a:off x="282290" y="1252981"/>
            <a:ext cx="4970872" cy="2165833"/>
          </a:xfrm>
        </p:spPr>
        <p:txBody>
          <a:bodyPr/>
          <a:lstStyle>
            <a:lvl1pPr>
              <a:buClr>
                <a:srgbClr val="002855"/>
              </a:buClr>
              <a:defRPr/>
            </a:lvl1pPr>
            <a:lvl2pPr>
              <a:buClr>
                <a:srgbClr val="002855"/>
              </a:buClr>
              <a:defRPr/>
            </a:lvl2pPr>
            <a:lvl3pPr>
              <a:buClr>
                <a:srgbClr val="002855"/>
              </a:buClr>
              <a:defRPr/>
            </a:lvl3pPr>
            <a:lvl4pPr>
              <a:buClr>
                <a:srgbClr val="002855"/>
              </a:buClr>
              <a:defRPr/>
            </a:lvl4pPr>
            <a:lvl5pPr>
              <a:buClr>
                <a:srgbClr val="002855"/>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3"/>
          <p:cNvSpPr>
            <a:spLocks noGrp="1"/>
          </p:cNvSpPr>
          <p:nvPr>
            <p:ph type="body" sz="quarter" idx="14" hasCustomPrompt="1"/>
          </p:nvPr>
        </p:nvSpPr>
        <p:spPr>
          <a:xfrm>
            <a:off x="282290" y="3535051"/>
            <a:ext cx="4970872" cy="819973"/>
          </a:xfrm>
        </p:spPr>
        <p:txBody>
          <a:bodyPr lIns="0">
            <a:normAutofit/>
          </a:bodyPr>
          <a:lstStyle>
            <a:lvl1pPr marL="0" indent="0">
              <a:buNone/>
              <a:defRPr sz="1500" b="1">
                <a:solidFill>
                  <a:srgbClr val="002855"/>
                </a:solidFill>
              </a:defRPr>
            </a:lvl1pPr>
            <a:lvl2pP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a:t>
            </a:r>
          </a:p>
        </p:txBody>
      </p:sp>
      <p:sp>
        <p:nvSpPr>
          <p:cNvPr id="3" name="Picture Placeholder 2"/>
          <p:cNvSpPr>
            <a:spLocks noGrp="1"/>
          </p:cNvSpPr>
          <p:nvPr>
            <p:ph type="pic" sz="quarter" idx="15" hasCustomPrompt="1"/>
          </p:nvPr>
        </p:nvSpPr>
        <p:spPr>
          <a:xfrm>
            <a:off x="5366283" y="1252982"/>
            <a:ext cx="3574718" cy="3102042"/>
          </a:xfrm>
        </p:spPr>
        <p:txBody>
          <a:bodyPr>
            <a:normAutofit/>
          </a:bodyPr>
          <a:lstStyle>
            <a:lvl1pPr marL="0" indent="0">
              <a:buNone/>
              <a:defRPr sz="900" i="1" baseline="0"/>
            </a:lvl1pPr>
          </a:lstStyle>
          <a:p>
            <a:r>
              <a:rPr lang="en-US" dirty="0"/>
              <a:t>Insert Photo</a:t>
            </a:r>
          </a:p>
        </p:txBody>
      </p:sp>
      <p:sp>
        <p:nvSpPr>
          <p:cNvPr id="2" name="Slide Number Placeholder 1"/>
          <p:cNvSpPr>
            <a:spLocks noGrp="1"/>
          </p:cNvSpPr>
          <p:nvPr>
            <p:ph type="sldNum" sz="quarter" idx="16"/>
          </p:nvPr>
        </p:nvSpPr>
        <p:spPr/>
        <p:txBody>
          <a:bodyPr/>
          <a:lstStyle/>
          <a:p>
            <a:fld id="{3DD97BEB-BAEF-0344-9D5C-EC73E478698A}" type="slidenum">
              <a:rPr lang="en-US" smtClean="0"/>
              <a:pPr/>
              <a:t>‹#›</a:t>
            </a:fld>
            <a:endParaRPr lang="en-US" dirty="0"/>
          </a:p>
        </p:txBody>
      </p:sp>
      <p:sp>
        <p:nvSpPr>
          <p:cNvPr id="6" name="Title 1">
            <a:extLst>
              <a:ext uri="{FF2B5EF4-FFF2-40B4-BE49-F238E27FC236}">
                <a16:creationId xmlns:a16="http://schemas.microsoft.com/office/drawing/2014/main" id="{5B1788BA-926E-34CC-7A52-44AE3BA957D1}"/>
              </a:ext>
            </a:extLst>
          </p:cNvPr>
          <p:cNvSpPr>
            <a:spLocks noGrp="1"/>
          </p:cNvSpPr>
          <p:nvPr>
            <p:ph type="title" hasCustomPrompt="1"/>
          </p:nvPr>
        </p:nvSpPr>
        <p:spPr>
          <a:xfrm>
            <a:off x="282289" y="245650"/>
            <a:ext cx="8658712" cy="425669"/>
          </a:xfrm>
          <a:prstGeom prst="rect">
            <a:avLst/>
          </a:prstGeom>
        </p:spPr>
        <p:txBody>
          <a:bodyPr lIns="0"/>
          <a:lstStyle>
            <a:lvl1pPr>
              <a:defRPr>
                <a:solidFill>
                  <a:srgbClr val="002855"/>
                </a:solidFill>
              </a:defRPr>
            </a:lvl1pPr>
          </a:lstStyle>
          <a:p>
            <a:r>
              <a:rPr lang="en-US" dirty="0"/>
              <a:t>Topic</a:t>
            </a:r>
          </a:p>
        </p:txBody>
      </p:sp>
      <p:sp>
        <p:nvSpPr>
          <p:cNvPr id="7" name="Text Placeholder 3">
            <a:extLst>
              <a:ext uri="{FF2B5EF4-FFF2-40B4-BE49-F238E27FC236}">
                <a16:creationId xmlns:a16="http://schemas.microsoft.com/office/drawing/2014/main" id="{8D91E58F-B24D-1552-AAE8-A8CA5C5411D0}"/>
              </a:ext>
            </a:extLst>
          </p:cNvPr>
          <p:cNvSpPr>
            <a:spLocks noGrp="1"/>
          </p:cNvSpPr>
          <p:nvPr>
            <p:ph type="body" sz="quarter" idx="17" hasCustomPrompt="1"/>
          </p:nvPr>
        </p:nvSpPr>
        <p:spPr>
          <a:xfrm>
            <a:off x="282288" y="710787"/>
            <a:ext cx="8658713" cy="329802"/>
          </a:xfrm>
        </p:spPr>
        <p:txBody>
          <a:bodyPr lIns="0">
            <a:noAutofit/>
          </a:bodyPr>
          <a:lstStyle>
            <a:lvl1pPr marL="0" indent="0">
              <a:buNone/>
              <a:defRPr sz="1800" b="1" i="1">
                <a:solidFill>
                  <a:schemeClr val="tx1">
                    <a:lumMod val="50000"/>
                    <a:lumOff val="50000"/>
                  </a:schemeClr>
                </a:solidFill>
              </a:defRPr>
            </a:lvl1pPr>
          </a:lstStyle>
          <a:p>
            <a:pPr lvl="0"/>
            <a:r>
              <a:rPr lang="en-US" dirty="0"/>
              <a:t>Subhead</a:t>
            </a:r>
          </a:p>
        </p:txBody>
      </p:sp>
    </p:spTree>
    <p:extLst>
      <p:ext uri="{BB962C8B-B14F-4D97-AF65-F5344CB8AC3E}">
        <p14:creationId xmlns:p14="http://schemas.microsoft.com/office/powerpoint/2010/main" val="1810110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A83ACE10-6B93-73F3-D147-548FC98F0BAA}"/>
              </a:ext>
            </a:extLst>
          </p:cNvPr>
          <p:cNvPicPr>
            <a:picLocks noChangeAspect="1"/>
          </p:cNvPicPr>
          <p:nvPr userDrawn="1"/>
        </p:nvPicPr>
        <p:blipFill rotWithShape="1">
          <a:blip r:embed="rId24" cstate="email">
            <a:extLst>
              <a:ext uri="{28A0092B-C50C-407E-A947-70E740481C1C}">
                <a14:useLocalDpi xmlns:a14="http://schemas.microsoft.com/office/drawing/2010/main"/>
              </a:ext>
            </a:extLst>
          </a:blip>
          <a:srcRect/>
          <a:stretch/>
        </p:blipFill>
        <p:spPr>
          <a:xfrm>
            <a:off x="1" y="4627165"/>
            <a:ext cx="9144000" cy="532631"/>
          </a:xfrm>
          <a:prstGeom prst="rect">
            <a:avLst/>
          </a:prstGeom>
        </p:spPr>
      </p:pic>
      <p:sp>
        <p:nvSpPr>
          <p:cNvPr id="3" name="Text Placeholder 2"/>
          <p:cNvSpPr>
            <a:spLocks noGrp="1"/>
          </p:cNvSpPr>
          <p:nvPr>
            <p:ph type="body" idx="1"/>
          </p:nvPr>
        </p:nvSpPr>
        <p:spPr>
          <a:xfrm>
            <a:off x="282289" y="1163977"/>
            <a:ext cx="8646555" cy="303075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6" name="Slide Number Placeholder 25"/>
          <p:cNvSpPr>
            <a:spLocks noGrp="1"/>
          </p:cNvSpPr>
          <p:nvPr>
            <p:ph type="sldNum" sz="quarter" idx="4"/>
          </p:nvPr>
        </p:nvSpPr>
        <p:spPr>
          <a:xfrm>
            <a:off x="282290" y="4654044"/>
            <a:ext cx="486659" cy="273844"/>
          </a:xfrm>
          <a:prstGeom prst="rect">
            <a:avLst/>
          </a:prstGeom>
        </p:spPr>
        <p:txBody>
          <a:bodyPr vert="horz" lIns="91440" tIns="45720" rIns="91440" bIns="45720" rtlCol="0" anchor="ctr"/>
          <a:lstStyle>
            <a:lvl1pPr algn="l">
              <a:defRPr sz="900">
                <a:solidFill>
                  <a:srgbClr val="002855"/>
                </a:solidFill>
              </a:defRPr>
            </a:lvl1pPr>
          </a:lstStyle>
          <a:p>
            <a:fld id="{3DD97BEB-BAEF-0344-9D5C-EC73E478698A}" type="slidenum">
              <a:rPr lang="en-US" smtClean="0"/>
              <a:pPr/>
              <a:t>‹#›</a:t>
            </a:fld>
            <a:endParaRPr lang="en-US" dirty="0"/>
          </a:p>
        </p:txBody>
      </p:sp>
      <p:pic>
        <p:nvPicPr>
          <p:cNvPr id="11" name="Picture 10"/>
          <p:cNvPicPr>
            <a:picLocks noChangeAspect="1"/>
          </p:cNvPicPr>
          <p:nvPr userDrawn="1"/>
        </p:nvPicPr>
        <p:blipFill>
          <a:blip r:embed="rId25" cstate="email">
            <a:extLst>
              <a:ext uri="{28A0092B-C50C-407E-A947-70E740481C1C}">
                <a14:useLocalDpi xmlns:a14="http://schemas.microsoft.com/office/drawing/2010/main"/>
              </a:ext>
            </a:extLst>
          </a:blip>
          <a:stretch>
            <a:fillRect/>
          </a:stretch>
        </p:blipFill>
        <p:spPr>
          <a:xfrm>
            <a:off x="8089694" y="4502874"/>
            <a:ext cx="851311" cy="248583"/>
          </a:xfrm>
          <a:prstGeom prst="rect">
            <a:avLst/>
          </a:prstGeom>
        </p:spPr>
      </p:pic>
      <p:sp>
        <p:nvSpPr>
          <p:cNvPr id="9" name="Google Shape;15;p1">
            <a:extLst>
              <a:ext uri="{FF2B5EF4-FFF2-40B4-BE49-F238E27FC236}">
                <a16:creationId xmlns:a16="http://schemas.microsoft.com/office/drawing/2014/main" id="{5F028249-8526-C24F-DC97-781076A629BC}"/>
              </a:ext>
            </a:extLst>
          </p:cNvPr>
          <p:cNvSpPr txBox="1"/>
          <p:nvPr userDrawn="1"/>
        </p:nvSpPr>
        <p:spPr>
          <a:xfrm>
            <a:off x="0" y="4961588"/>
            <a:ext cx="9144000" cy="21544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 b="0" i="0" u="none" strike="noStrike" cap="none" dirty="0">
                <a:solidFill>
                  <a:srgbClr val="C7EAFB"/>
                </a:solidFill>
                <a:latin typeface="Calibri"/>
                <a:ea typeface="Calibri"/>
                <a:cs typeface="Calibri"/>
                <a:sym typeface="Calibri"/>
              </a:rPr>
              <a:t>The professional home for the engineering and technology community worldwide</a:t>
            </a:r>
            <a:endParaRPr dirty="0"/>
          </a:p>
        </p:txBody>
      </p:sp>
      <p:sp>
        <p:nvSpPr>
          <p:cNvPr id="10" name="TextBox 9">
            <a:extLst>
              <a:ext uri="{FF2B5EF4-FFF2-40B4-BE49-F238E27FC236}">
                <a16:creationId xmlns:a16="http://schemas.microsoft.com/office/drawing/2014/main" id="{1C6D7628-BB4B-9FA6-9AFA-DA6FF4866DB2}"/>
              </a:ext>
            </a:extLst>
          </p:cNvPr>
          <p:cNvSpPr txBox="1"/>
          <p:nvPr userDrawn="1"/>
        </p:nvSpPr>
        <p:spPr>
          <a:xfrm>
            <a:off x="618371" y="447332"/>
            <a:ext cx="0" cy="0"/>
          </a:xfrm>
          <a:prstGeom prst="rect">
            <a:avLst/>
          </a:prstGeom>
        </p:spPr>
        <p:txBody>
          <a:bodyPr wrap="none" rtlCol="0">
            <a:normAutofit fontScale="25000" lnSpcReduction="20000"/>
          </a:bodyPr>
          <a:lstStyle/>
          <a:p>
            <a:pPr algn="l"/>
            <a:endParaRPr lang="en-US" dirty="0"/>
          </a:p>
        </p:txBody>
      </p:sp>
      <p:pic>
        <p:nvPicPr>
          <p:cNvPr id="2" name="Picture 1">
            <a:extLst>
              <a:ext uri="{FF2B5EF4-FFF2-40B4-BE49-F238E27FC236}">
                <a16:creationId xmlns:a16="http://schemas.microsoft.com/office/drawing/2014/main" id="{FB634858-77E0-EA87-3422-61C3C142C767}"/>
              </a:ext>
            </a:extLst>
          </p:cNvPr>
          <p:cNvPicPr>
            <a:picLocks noChangeAspect="1"/>
          </p:cNvPicPr>
          <p:nvPr userDrawn="1"/>
        </p:nvPicPr>
        <p:blipFill rotWithShape="1">
          <a:blip r:embed="rId24" cstate="email">
            <a:extLst>
              <a:ext uri="{28A0092B-C50C-407E-A947-70E740481C1C}">
                <a14:useLocalDpi xmlns:a14="http://schemas.microsoft.com/office/drawing/2010/main"/>
              </a:ext>
            </a:extLst>
          </a:blip>
          <a:srcRect/>
          <a:stretch/>
        </p:blipFill>
        <p:spPr>
          <a:xfrm rot="10800000">
            <a:off x="0" y="0"/>
            <a:ext cx="9144000" cy="532631"/>
          </a:xfrm>
          <a:prstGeom prst="rect">
            <a:avLst/>
          </a:prstGeom>
        </p:spPr>
      </p:pic>
    </p:spTree>
    <p:extLst>
      <p:ext uri="{BB962C8B-B14F-4D97-AF65-F5344CB8AC3E}">
        <p14:creationId xmlns:p14="http://schemas.microsoft.com/office/powerpoint/2010/main" val="151095810"/>
      </p:ext>
    </p:extLst>
  </p:cSld>
  <p:clrMap bg1="lt1" tx1="dk1" bg2="lt2" tx2="dk2" accent1="accent1" accent2="accent2" accent3="accent3" accent4="accent4" accent5="accent5" accent6="accent6" hlink="hlink" folHlink="folHlink"/>
  <p:sldLayoutIdLst>
    <p:sldLayoutId id="2147483661" r:id="rId1"/>
    <p:sldLayoutId id="2147483692" r:id="rId2"/>
    <p:sldLayoutId id="2147483693" r:id="rId3"/>
    <p:sldLayoutId id="2147483691" r:id="rId4"/>
    <p:sldLayoutId id="2147483694" r:id="rId5"/>
    <p:sldLayoutId id="2147483696" r:id="rId6"/>
    <p:sldLayoutId id="2147483697" r:id="rId7"/>
    <p:sldLayoutId id="2147483695" r:id="rId8"/>
    <p:sldLayoutId id="2147483698" r:id="rId9"/>
    <p:sldLayoutId id="2147483662" r:id="rId10"/>
    <p:sldLayoutId id="2147483675" r:id="rId11"/>
    <p:sldLayoutId id="2147483664" r:id="rId12"/>
    <p:sldLayoutId id="2147483674" r:id="rId13"/>
    <p:sldLayoutId id="2147483665" r:id="rId14"/>
    <p:sldLayoutId id="2147483676" r:id="rId15"/>
    <p:sldLayoutId id="2147483677" r:id="rId16"/>
    <p:sldLayoutId id="2147483678" r:id="rId17"/>
    <p:sldLayoutId id="2147483679" r:id="rId18"/>
    <p:sldLayoutId id="2147483667" r:id="rId19"/>
    <p:sldLayoutId id="2147483680" r:id="rId20"/>
    <p:sldLayoutId id="2147483682" r:id="rId21"/>
    <p:sldLayoutId id="2147483681" r:id="rId22"/>
  </p:sldLayoutIdLst>
  <p:hf hdr="0" ftr="0" dt="0"/>
  <p:txStyles>
    <p:titleStyle>
      <a:lvl1pPr algn="l" defTabSz="685800" rtl="0" eaLnBrk="1" latinLnBrk="0" hangingPunct="1">
        <a:lnSpc>
          <a:spcPct val="90000"/>
        </a:lnSpc>
        <a:spcBef>
          <a:spcPct val="0"/>
        </a:spcBef>
        <a:buNone/>
        <a:defRPr sz="2550" b="1" i="0" kern="1200">
          <a:solidFill>
            <a:srgbClr val="0066A1"/>
          </a:solidFill>
          <a:latin typeface="Calibri" charset="0"/>
          <a:ea typeface="Calibri" charset="0"/>
          <a:cs typeface="Calibri" charset="0"/>
        </a:defRPr>
      </a:lvl1pPr>
    </p:titleStyle>
    <p:bodyStyle>
      <a:lvl1pPr marL="171450" indent="-171450" algn="l" defTabSz="685800" rtl="0" eaLnBrk="1" latinLnBrk="0" hangingPunct="1">
        <a:lnSpc>
          <a:spcPct val="90000"/>
        </a:lnSpc>
        <a:spcBef>
          <a:spcPts val="750"/>
        </a:spcBef>
        <a:buClr>
          <a:srgbClr val="002855"/>
        </a:buClr>
        <a:buFont typeface="LucidaGrande" charset="0"/>
        <a:buChar char="▸"/>
        <a:defRPr sz="165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Clr>
          <a:srgbClr val="002855"/>
        </a:buClr>
        <a:buFont typeface="LucidaGrande" charset="0"/>
        <a:buChar char="-"/>
        <a:defRPr sz="135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Clr>
          <a:srgbClr val="002855"/>
        </a:buClr>
        <a:buFont typeface="Arial" panose="020B0604020202020204" pitchFamily="34" charset="0"/>
        <a:buChar char="•"/>
        <a:defRPr sz="135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Clr>
          <a:srgbClr val="002855"/>
        </a:buClr>
        <a:buFont typeface="Wingdings"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Clr>
          <a:srgbClr val="002855"/>
        </a:buClr>
        <a:buFont typeface="Courier New" charset="0"/>
        <a:buChar char="o"/>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slideLayout" Target="../slideLayouts/slideLayout10.xml"/><Relationship Id="rId7" Type="http://schemas.openxmlformats.org/officeDocument/2006/relationships/image" Target="../media/image32.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33.jpg"/></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jp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D7C6A-6A87-735A-138F-38A4218F7FF1}"/>
              </a:ext>
            </a:extLst>
          </p:cNvPr>
          <p:cNvSpPr>
            <a:spLocks noGrp="1"/>
          </p:cNvSpPr>
          <p:nvPr>
            <p:ph type="ctrTitle"/>
          </p:nvPr>
        </p:nvSpPr>
        <p:spPr>
          <a:xfrm>
            <a:off x="295495" y="1910754"/>
            <a:ext cx="8553009" cy="753579"/>
          </a:xfrm>
        </p:spPr>
        <p:txBody>
          <a:bodyPr>
            <a:normAutofit fontScale="90000"/>
          </a:bodyPr>
          <a:lstStyle/>
          <a:p>
            <a:r>
              <a:rPr lang="en-US" dirty="0"/>
              <a:t>Evolution of agents in a virtual environment using neural networks and genetic algorithm</a:t>
            </a:r>
          </a:p>
        </p:txBody>
      </p:sp>
      <p:sp>
        <p:nvSpPr>
          <p:cNvPr id="3" name="Subtitle 2">
            <a:extLst>
              <a:ext uri="{FF2B5EF4-FFF2-40B4-BE49-F238E27FC236}">
                <a16:creationId xmlns:a16="http://schemas.microsoft.com/office/drawing/2014/main" id="{654D5819-D79B-2743-9C8F-059CCC3EE7F4}"/>
              </a:ext>
            </a:extLst>
          </p:cNvPr>
          <p:cNvSpPr>
            <a:spLocks noGrp="1"/>
          </p:cNvSpPr>
          <p:nvPr>
            <p:ph type="subTitle" idx="1"/>
          </p:nvPr>
        </p:nvSpPr>
        <p:spPr>
          <a:xfrm>
            <a:off x="317658" y="2905665"/>
            <a:ext cx="7022970" cy="1292022"/>
          </a:xfrm>
        </p:spPr>
        <p:txBody>
          <a:bodyPr>
            <a:normAutofit fontScale="77500" lnSpcReduction="20000"/>
          </a:bodyPr>
          <a:lstStyle/>
          <a:p>
            <a:r>
              <a:rPr lang="en-US" dirty="0">
                <a:solidFill>
                  <a:srgbClr val="0070C0"/>
                </a:solidFill>
              </a:rPr>
              <a:t>Section name: Computer Science &amp; Harnessing AI &amp; Medtech</a:t>
            </a:r>
            <a:br>
              <a:rPr lang="en-US" dirty="0">
                <a:solidFill>
                  <a:srgbClr val="0070C0"/>
                </a:solidFill>
              </a:rPr>
            </a:br>
            <a:r>
              <a:rPr lang="en-US" dirty="0">
                <a:solidFill>
                  <a:srgbClr val="0070C0"/>
                </a:solidFill>
              </a:rPr>
              <a:t>Student Authors’ names: Sanzhar</a:t>
            </a:r>
          </a:p>
          <a:p>
            <a:r>
              <a:rPr lang="en-US" dirty="0">
                <a:solidFill>
                  <a:srgbClr val="0070C0"/>
                </a:solidFill>
              </a:rPr>
              <a:t>Supervisor: </a:t>
            </a:r>
            <a:r>
              <a:rPr lang="en-US" dirty="0" err="1">
                <a:solidFill>
                  <a:srgbClr val="0070C0"/>
                </a:solidFill>
              </a:rPr>
              <a:t>Nurakhov</a:t>
            </a:r>
            <a:r>
              <a:rPr lang="en-US" dirty="0">
                <a:solidFill>
                  <a:srgbClr val="0070C0"/>
                </a:solidFill>
              </a:rPr>
              <a:t> </a:t>
            </a:r>
            <a:r>
              <a:rPr lang="en-US" dirty="0" err="1">
                <a:solidFill>
                  <a:srgbClr val="0070C0"/>
                </a:solidFill>
              </a:rPr>
              <a:t>Edil</a:t>
            </a:r>
            <a:r>
              <a:rPr lang="en-US" dirty="0">
                <a:solidFill>
                  <a:srgbClr val="0070C0"/>
                </a:solidFill>
              </a:rPr>
              <a:t> </a:t>
            </a:r>
            <a:r>
              <a:rPr lang="en-US" dirty="0" err="1">
                <a:solidFill>
                  <a:srgbClr val="0070C0"/>
                </a:solidFill>
              </a:rPr>
              <a:t>Sergazievich</a:t>
            </a:r>
            <a:r>
              <a:rPr lang="en-US" dirty="0">
                <a:solidFill>
                  <a:srgbClr val="0070C0"/>
                </a:solidFill>
              </a:rPr>
              <a:t>, Aitolkyn </a:t>
            </a:r>
            <a:r>
              <a:rPr lang="en-US" dirty="0" err="1">
                <a:solidFill>
                  <a:srgbClr val="0070C0"/>
                </a:solidFill>
              </a:rPr>
              <a:t>Kulmuratovna</a:t>
            </a:r>
            <a:r>
              <a:rPr lang="en-US" dirty="0">
                <a:solidFill>
                  <a:srgbClr val="0070C0"/>
                </a:solidFill>
              </a:rPr>
              <a:t> </a:t>
            </a:r>
            <a:r>
              <a:rPr lang="en-US" dirty="0" err="1">
                <a:solidFill>
                  <a:srgbClr val="0070C0"/>
                </a:solidFill>
              </a:rPr>
              <a:t>Nurkenovna</a:t>
            </a:r>
            <a:br>
              <a:rPr lang="en-US" dirty="0">
                <a:solidFill>
                  <a:srgbClr val="0070C0"/>
                </a:solidFill>
              </a:rPr>
            </a:br>
            <a:r>
              <a:rPr lang="en-US" dirty="0">
                <a:solidFill>
                  <a:srgbClr val="0070C0"/>
                </a:solidFill>
              </a:rPr>
              <a:t>University/company: Astana IT University</a:t>
            </a:r>
            <a:br>
              <a:rPr lang="en-US" dirty="0">
                <a:solidFill>
                  <a:srgbClr val="0070C0"/>
                </a:solidFill>
              </a:rPr>
            </a:br>
            <a:r>
              <a:rPr lang="en-US" dirty="0">
                <a:solidFill>
                  <a:srgbClr val="0070C0"/>
                </a:solidFill>
              </a:rPr>
              <a:t>City, Country: Astana, Kazakhstan</a:t>
            </a:r>
            <a:br>
              <a:rPr lang="en-US" dirty="0">
                <a:solidFill>
                  <a:srgbClr val="0070C0"/>
                </a:solidFill>
              </a:rPr>
            </a:br>
            <a:endParaRPr lang="en-US" dirty="0">
              <a:solidFill>
                <a:srgbClr val="0070C0"/>
              </a:solidFill>
            </a:endParaRPr>
          </a:p>
        </p:txBody>
      </p:sp>
      <p:sp>
        <p:nvSpPr>
          <p:cNvPr id="4" name="Slide Number Placeholder 3">
            <a:extLst>
              <a:ext uri="{FF2B5EF4-FFF2-40B4-BE49-F238E27FC236}">
                <a16:creationId xmlns:a16="http://schemas.microsoft.com/office/drawing/2014/main" id="{6769CEA8-30EE-2997-B92A-80489DB71D97}"/>
              </a:ext>
            </a:extLst>
          </p:cNvPr>
          <p:cNvSpPr>
            <a:spLocks noGrp="1"/>
          </p:cNvSpPr>
          <p:nvPr>
            <p:ph type="sldNum" sz="quarter" idx="18"/>
          </p:nvPr>
        </p:nvSpPr>
        <p:spPr/>
        <p:txBody>
          <a:bodyPr/>
          <a:lstStyle/>
          <a:p>
            <a:fld id="{3DD97BEB-BAEF-0344-9D5C-EC73E478698A}" type="slidenum">
              <a:rPr lang="en-US" smtClean="0"/>
              <a:pPr/>
              <a:t>1</a:t>
            </a:fld>
            <a:endParaRPr lang="en-US" dirty="0"/>
          </a:p>
        </p:txBody>
      </p:sp>
      <p:grpSp>
        <p:nvGrpSpPr>
          <p:cNvPr id="10" name="Group 6">
            <a:extLst>
              <a:ext uri="{FF2B5EF4-FFF2-40B4-BE49-F238E27FC236}">
                <a16:creationId xmlns:a16="http://schemas.microsoft.com/office/drawing/2014/main" id="{6163E711-3699-62ED-509A-C1510296A488}"/>
              </a:ext>
            </a:extLst>
          </p:cNvPr>
          <p:cNvGrpSpPr/>
          <p:nvPr/>
        </p:nvGrpSpPr>
        <p:grpSpPr>
          <a:xfrm>
            <a:off x="7009182" y="65123"/>
            <a:ext cx="1861485" cy="572558"/>
            <a:chOff x="0" y="0"/>
            <a:chExt cx="927327" cy="260920"/>
          </a:xfrm>
        </p:grpSpPr>
        <p:sp>
          <p:nvSpPr>
            <p:cNvPr id="11" name="Freeform 7">
              <a:extLst>
                <a:ext uri="{FF2B5EF4-FFF2-40B4-BE49-F238E27FC236}">
                  <a16:creationId xmlns:a16="http://schemas.microsoft.com/office/drawing/2014/main" id="{39F2D494-19B1-F956-A2CF-BB320D1E363A}"/>
                </a:ext>
              </a:extLst>
            </p:cNvPr>
            <p:cNvSpPr/>
            <p:nvPr/>
          </p:nvSpPr>
          <p:spPr>
            <a:xfrm>
              <a:off x="0" y="0"/>
              <a:ext cx="927327" cy="260920"/>
            </a:xfrm>
            <a:custGeom>
              <a:avLst/>
              <a:gdLst/>
              <a:ahLst/>
              <a:cxnLst/>
              <a:rect l="l" t="t" r="r" b="b"/>
              <a:pathLst>
                <a:path w="927327" h="260920">
                  <a:moveTo>
                    <a:pt x="0" y="0"/>
                  </a:moveTo>
                  <a:lnTo>
                    <a:pt x="927327" y="0"/>
                  </a:lnTo>
                  <a:lnTo>
                    <a:pt x="927327" y="260920"/>
                  </a:lnTo>
                  <a:lnTo>
                    <a:pt x="0" y="260920"/>
                  </a:lnTo>
                  <a:close/>
                </a:path>
              </a:pathLst>
            </a:custGeom>
            <a:blipFill>
              <a:blip r:embed="rId2" cstate="email">
                <a:extLst>
                  <a:ext uri="{28A0092B-C50C-407E-A947-70E740481C1C}">
                    <a14:useLocalDpi xmlns:a14="http://schemas.microsoft.com/office/drawing/2010/main"/>
                  </a:ext>
                </a:extLst>
              </a:blip>
              <a:stretch>
                <a:fillRect/>
              </a:stretch>
            </a:blipFill>
            <a:ln cap="sq">
              <a:noFill/>
              <a:prstDash val="solid"/>
              <a:miter/>
            </a:ln>
          </p:spPr>
          <p:txBody>
            <a:bodyPr/>
            <a:lstStyle/>
            <a:p>
              <a:endParaRPr lang="ru-RU"/>
            </a:p>
          </p:txBody>
        </p:sp>
      </p:grpSp>
      <p:sp>
        <p:nvSpPr>
          <p:cNvPr id="14" name="Freeform 8">
            <a:extLst>
              <a:ext uri="{FF2B5EF4-FFF2-40B4-BE49-F238E27FC236}">
                <a16:creationId xmlns:a16="http://schemas.microsoft.com/office/drawing/2014/main" id="{79C616AA-5C95-F828-C330-631370C9738C}"/>
              </a:ext>
            </a:extLst>
          </p:cNvPr>
          <p:cNvSpPr/>
          <p:nvPr/>
        </p:nvSpPr>
        <p:spPr>
          <a:xfrm>
            <a:off x="3989782" y="145021"/>
            <a:ext cx="1298127" cy="590813"/>
          </a:xfrm>
          <a:custGeom>
            <a:avLst/>
            <a:gdLst/>
            <a:ahLst/>
            <a:cxnLst/>
            <a:rect l="l" t="t" r="r" b="b"/>
            <a:pathLst>
              <a:path w="1776200" h="896893">
                <a:moveTo>
                  <a:pt x="0" y="0"/>
                </a:moveTo>
                <a:lnTo>
                  <a:pt x="1776201" y="0"/>
                </a:lnTo>
                <a:lnTo>
                  <a:pt x="1776201" y="896894"/>
                </a:lnTo>
                <a:lnTo>
                  <a:pt x="0" y="896894"/>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endParaRPr lang="ru-RU"/>
          </a:p>
        </p:txBody>
      </p:sp>
      <p:sp>
        <p:nvSpPr>
          <p:cNvPr id="18" name="TextBox 17">
            <a:extLst>
              <a:ext uri="{FF2B5EF4-FFF2-40B4-BE49-F238E27FC236}">
                <a16:creationId xmlns:a16="http://schemas.microsoft.com/office/drawing/2014/main" id="{76E7DFE1-1D4B-E460-EECC-17D7BCD3EA39}"/>
              </a:ext>
            </a:extLst>
          </p:cNvPr>
          <p:cNvSpPr txBox="1"/>
          <p:nvPr/>
        </p:nvSpPr>
        <p:spPr>
          <a:xfrm>
            <a:off x="1361250" y="945813"/>
            <a:ext cx="6395085" cy="253916"/>
          </a:xfrm>
          <a:prstGeom prst="rect">
            <a:avLst/>
          </a:prstGeom>
          <a:noFill/>
        </p:spPr>
        <p:txBody>
          <a:bodyPr wrap="square">
            <a:spAutoFit/>
          </a:bodyPr>
          <a:lstStyle/>
          <a:p>
            <a:pPr algn="ctr">
              <a:spcBef>
                <a:spcPct val="0"/>
              </a:spcBef>
            </a:pPr>
            <a:r>
              <a:rPr lang="en-US" sz="1000" b="1" dirty="0">
                <a:solidFill>
                  <a:srgbClr val="004AAD"/>
                </a:solidFill>
                <a:latin typeface="Arial Bold"/>
              </a:rPr>
              <a:t>2nd International Student Conference «Digital Generation-2025»</a:t>
            </a:r>
          </a:p>
        </p:txBody>
      </p:sp>
      <p:sp>
        <p:nvSpPr>
          <p:cNvPr id="6" name="Freeform 12">
            <a:extLst>
              <a:ext uri="{FF2B5EF4-FFF2-40B4-BE49-F238E27FC236}">
                <a16:creationId xmlns:a16="http://schemas.microsoft.com/office/drawing/2014/main" id="{BE634207-D3AF-AE69-7476-92F3EDA122FA}"/>
              </a:ext>
            </a:extLst>
          </p:cNvPr>
          <p:cNvSpPr/>
          <p:nvPr/>
        </p:nvSpPr>
        <p:spPr>
          <a:xfrm>
            <a:off x="590934" y="121339"/>
            <a:ext cx="1347893" cy="638175"/>
          </a:xfrm>
          <a:custGeom>
            <a:avLst/>
            <a:gdLst/>
            <a:ahLst/>
            <a:cxnLst/>
            <a:rect l="l" t="t" r="r" b="b"/>
            <a:pathLst>
              <a:path w="1948005" h="967825">
                <a:moveTo>
                  <a:pt x="0" y="0"/>
                </a:moveTo>
                <a:lnTo>
                  <a:pt x="1948006" y="0"/>
                </a:lnTo>
                <a:lnTo>
                  <a:pt x="1948006" y="967826"/>
                </a:lnTo>
                <a:lnTo>
                  <a:pt x="0" y="967826"/>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ru-RU"/>
          </a:p>
        </p:txBody>
      </p:sp>
      <p:sp>
        <p:nvSpPr>
          <p:cNvPr id="7" name="Subtitle 2">
            <a:extLst>
              <a:ext uri="{FF2B5EF4-FFF2-40B4-BE49-F238E27FC236}">
                <a16:creationId xmlns:a16="http://schemas.microsoft.com/office/drawing/2014/main" id="{97741EF6-20D0-CEB6-F656-6481BA49D08F}"/>
              </a:ext>
            </a:extLst>
          </p:cNvPr>
          <p:cNvSpPr txBox="1">
            <a:spLocks/>
          </p:cNvSpPr>
          <p:nvPr/>
        </p:nvSpPr>
        <p:spPr>
          <a:xfrm>
            <a:off x="326068" y="1507861"/>
            <a:ext cx="7022970" cy="297013"/>
          </a:xfrm>
          <a:prstGeom prst="rect">
            <a:avLst/>
          </a:prstGeom>
        </p:spPr>
        <p:txBody>
          <a:bodyPr vert="horz" lIns="0" tIns="45720" rIns="91440" bIns="45720" rtlCol="0">
            <a:normAutofit fontScale="85000" lnSpcReduction="20000"/>
          </a:bodyPr>
          <a:lstStyle>
            <a:lvl1pPr marL="0" indent="0" algn="l" defTabSz="685800" rtl="0" eaLnBrk="1" latinLnBrk="0" hangingPunct="1">
              <a:lnSpc>
                <a:spcPct val="90000"/>
              </a:lnSpc>
              <a:spcBef>
                <a:spcPts val="750"/>
              </a:spcBef>
              <a:buClr>
                <a:srgbClr val="002855"/>
              </a:buClr>
              <a:buFont typeface="LucidaGrande" charset="0"/>
              <a:buNone/>
              <a:defRPr sz="2100" b="1" i="1" kern="1200">
                <a:solidFill>
                  <a:schemeClr val="tx1">
                    <a:lumMod val="50000"/>
                    <a:lumOff val="50000"/>
                  </a:schemeClr>
                </a:solidFill>
                <a:latin typeface="Calibri" charset="0"/>
                <a:ea typeface="Calibri" charset="0"/>
                <a:cs typeface="Calibri" charset="0"/>
              </a:defRPr>
            </a:lvl1pPr>
            <a:lvl2pPr marL="342900" indent="0" algn="ctr" defTabSz="685800" rtl="0" eaLnBrk="1" latinLnBrk="0" hangingPunct="1">
              <a:lnSpc>
                <a:spcPct val="90000"/>
              </a:lnSpc>
              <a:spcBef>
                <a:spcPts val="375"/>
              </a:spcBef>
              <a:buClr>
                <a:srgbClr val="002855"/>
              </a:buClr>
              <a:buFont typeface="LucidaGrande"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Clr>
                <a:srgbClr val="002855"/>
              </a:buClr>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Clr>
                <a:srgbClr val="002855"/>
              </a:buClr>
              <a:buFont typeface="Wingdings" charset="2"/>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Clr>
                <a:srgbClr val="002855"/>
              </a:buClr>
              <a:buFont typeface="Courier New"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US" dirty="0"/>
              <a:t>Paper ID-30</a:t>
            </a:r>
          </a:p>
        </p:txBody>
      </p:sp>
      <p:sp>
        <p:nvSpPr>
          <p:cNvPr id="8" name="TextBox 7">
            <a:extLst>
              <a:ext uri="{FF2B5EF4-FFF2-40B4-BE49-F238E27FC236}">
                <a16:creationId xmlns:a16="http://schemas.microsoft.com/office/drawing/2014/main" id="{AB010F66-4962-A9EA-F007-60F9CAB035C7}"/>
              </a:ext>
            </a:extLst>
          </p:cNvPr>
          <p:cNvSpPr txBox="1"/>
          <p:nvPr/>
        </p:nvSpPr>
        <p:spPr>
          <a:xfrm>
            <a:off x="1111112" y="4501548"/>
            <a:ext cx="6395085" cy="253916"/>
          </a:xfrm>
          <a:prstGeom prst="rect">
            <a:avLst/>
          </a:prstGeom>
          <a:noFill/>
        </p:spPr>
        <p:txBody>
          <a:bodyPr wrap="square">
            <a:spAutoFit/>
          </a:bodyPr>
          <a:lstStyle/>
          <a:p>
            <a:pPr algn="ctr">
              <a:spcBef>
                <a:spcPct val="0"/>
              </a:spcBef>
            </a:pPr>
            <a:r>
              <a:rPr lang="en-US" sz="1050" b="1" dirty="0">
                <a:solidFill>
                  <a:srgbClr val="004AAD"/>
                </a:solidFill>
                <a:latin typeface="Arial Bold"/>
              </a:rPr>
              <a:t>8-10 April 2025, Astana, </a:t>
            </a:r>
            <a:r>
              <a:rPr lang="ru-KZ" sz="1050" b="1" dirty="0">
                <a:solidFill>
                  <a:srgbClr val="004AAD"/>
                </a:solidFill>
                <a:latin typeface="Arial Bold"/>
              </a:rPr>
              <a:t>2</a:t>
            </a:r>
            <a:r>
              <a:rPr lang="en-US" sz="1050" b="1" baseline="30000" dirty="0" err="1">
                <a:solidFill>
                  <a:srgbClr val="004AAD"/>
                </a:solidFill>
                <a:latin typeface="Arial Bold"/>
              </a:rPr>
              <a:t>nd</a:t>
            </a:r>
            <a:r>
              <a:rPr lang="en-US" sz="1050" b="1" dirty="0">
                <a:solidFill>
                  <a:srgbClr val="004AAD"/>
                </a:solidFill>
                <a:latin typeface="Arial Bold"/>
              </a:rPr>
              <a:t> AITUSC- 2025</a:t>
            </a:r>
          </a:p>
        </p:txBody>
      </p:sp>
    </p:spTree>
    <p:extLst>
      <p:ext uri="{BB962C8B-B14F-4D97-AF65-F5344CB8AC3E}">
        <p14:creationId xmlns:p14="http://schemas.microsoft.com/office/powerpoint/2010/main" val="1171576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DB86FDC-B016-6C34-6766-31AAB9BD97CF}"/>
              </a:ext>
            </a:extLst>
          </p:cNvPr>
          <p:cNvSpPr>
            <a:spLocks noGrp="1"/>
          </p:cNvSpPr>
          <p:nvPr>
            <p:ph type="body" sz="quarter" idx="13"/>
          </p:nvPr>
        </p:nvSpPr>
        <p:spPr>
          <a:xfrm>
            <a:off x="282289" y="671320"/>
            <a:ext cx="8658713" cy="3844924"/>
          </a:xfrm>
        </p:spPr>
        <p:txBody>
          <a:bodyPr/>
          <a:lstStyle/>
          <a:p>
            <a:r>
              <a:rPr lang="en-US" dirty="0"/>
              <a:t>Introduction</a:t>
            </a:r>
          </a:p>
          <a:p>
            <a:r>
              <a:rPr lang="en-US" dirty="0"/>
              <a:t>Related work</a:t>
            </a:r>
          </a:p>
          <a:p>
            <a:r>
              <a:rPr lang="en-US" dirty="0"/>
              <a:t>Methodology</a:t>
            </a:r>
          </a:p>
          <a:p>
            <a:pPr lvl="1"/>
            <a:r>
              <a:rPr lang="en-US" dirty="0"/>
              <a:t>Environment</a:t>
            </a:r>
          </a:p>
          <a:p>
            <a:pPr lvl="1"/>
            <a:r>
              <a:rPr lang="en-US" dirty="0"/>
              <a:t>Agents</a:t>
            </a:r>
          </a:p>
          <a:p>
            <a:pPr lvl="1"/>
            <a:r>
              <a:rPr lang="en-US" dirty="0"/>
              <a:t>Genetic Algorithm</a:t>
            </a:r>
          </a:p>
          <a:p>
            <a:r>
              <a:rPr lang="en-US" dirty="0"/>
              <a:t>Experimental setup</a:t>
            </a:r>
          </a:p>
          <a:p>
            <a:r>
              <a:rPr lang="en-US" dirty="0"/>
              <a:t>Results</a:t>
            </a:r>
          </a:p>
          <a:p>
            <a:r>
              <a:rPr lang="en-US" dirty="0"/>
              <a:t>Conclusion</a:t>
            </a:r>
          </a:p>
          <a:p>
            <a:endParaRPr lang="en-US" dirty="0"/>
          </a:p>
        </p:txBody>
      </p:sp>
      <p:sp>
        <p:nvSpPr>
          <p:cNvPr id="3" name="Slide Number Placeholder 2">
            <a:extLst>
              <a:ext uri="{FF2B5EF4-FFF2-40B4-BE49-F238E27FC236}">
                <a16:creationId xmlns:a16="http://schemas.microsoft.com/office/drawing/2014/main" id="{46AAC110-1B19-1EF0-BEEF-42DF3038A7CF}"/>
              </a:ext>
            </a:extLst>
          </p:cNvPr>
          <p:cNvSpPr>
            <a:spLocks noGrp="1"/>
          </p:cNvSpPr>
          <p:nvPr>
            <p:ph type="sldNum" sz="quarter" idx="14"/>
          </p:nvPr>
        </p:nvSpPr>
        <p:spPr/>
        <p:txBody>
          <a:bodyPr/>
          <a:lstStyle/>
          <a:p>
            <a:fld id="{3DD97BEB-BAEF-0344-9D5C-EC73E478698A}" type="slidenum">
              <a:rPr lang="en-US" smtClean="0"/>
              <a:pPr/>
              <a:t>2</a:t>
            </a:fld>
            <a:endParaRPr lang="en-US"/>
          </a:p>
        </p:txBody>
      </p:sp>
      <p:sp>
        <p:nvSpPr>
          <p:cNvPr id="4" name="Title 3">
            <a:extLst>
              <a:ext uri="{FF2B5EF4-FFF2-40B4-BE49-F238E27FC236}">
                <a16:creationId xmlns:a16="http://schemas.microsoft.com/office/drawing/2014/main" id="{DC55D1A3-3224-1367-6A1A-59A739AA4BA0}"/>
              </a:ext>
            </a:extLst>
          </p:cNvPr>
          <p:cNvSpPr>
            <a:spLocks noGrp="1"/>
          </p:cNvSpPr>
          <p:nvPr>
            <p:ph type="title"/>
          </p:nvPr>
        </p:nvSpPr>
        <p:spPr/>
        <p:txBody>
          <a:bodyPr/>
          <a:lstStyle/>
          <a:p>
            <a:r>
              <a:rPr lang="en-US" dirty="0"/>
              <a:t>Table of contents</a:t>
            </a:r>
          </a:p>
        </p:txBody>
      </p:sp>
    </p:spTree>
    <p:extLst>
      <p:ext uri="{BB962C8B-B14F-4D97-AF65-F5344CB8AC3E}">
        <p14:creationId xmlns:p14="http://schemas.microsoft.com/office/powerpoint/2010/main" val="385510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11358-F754-64DF-F52D-D01A471F00B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84BFDF3-56D6-C4CF-9ECA-FDA0A6C5FFE7}"/>
              </a:ext>
            </a:extLst>
          </p:cNvPr>
          <p:cNvSpPr>
            <a:spLocks noGrp="1"/>
          </p:cNvSpPr>
          <p:nvPr>
            <p:ph type="body" sz="quarter" idx="13"/>
          </p:nvPr>
        </p:nvSpPr>
        <p:spPr>
          <a:xfrm>
            <a:off x="282289" y="908879"/>
            <a:ext cx="5006218" cy="3325742"/>
          </a:xfrm>
        </p:spPr>
        <p:txBody>
          <a:bodyPr>
            <a:normAutofit/>
          </a:bodyPr>
          <a:lstStyle/>
          <a:p>
            <a:r>
              <a:rPr lang="en-US" sz="1600" b="1" dirty="0"/>
              <a:t>Research goal: </a:t>
            </a:r>
          </a:p>
          <a:p>
            <a:pPr marL="0" indent="0">
              <a:buNone/>
            </a:pPr>
            <a:r>
              <a:rPr lang="en-US" sz="1600" dirty="0"/>
              <a:t>To investigate the potential of genetic algorithms in optimizing agent behavior in a decentralized, multi-agent, discrete, and competitive environment.</a:t>
            </a:r>
          </a:p>
          <a:p>
            <a:r>
              <a:rPr lang="en-US" sz="1600" b="1" dirty="0"/>
              <a:t>Research question: </a:t>
            </a:r>
          </a:p>
          <a:p>
            <a:pPr marL="0" indent="0">
              <a:buNone/>
            </a:pPr>
            <a:r>
              <a:rPr lang="en-US" sz="1600" dirty="0"/>
              <a:t>How do changes in environmental parameters or genetic algorithm settings influence the evolution of agents in a virtual environment?</a:t>
            </a:r>
            <a:endParaRPr lang="en-US" sz="1600" b="1" dirty="0"/>
          </a:p>
          <a:p>
            <a:r>
              <a:rPr lang="en-US" sz="1600" b="1" dirty="0"/>
              <a:t>Novelty:</a:t>
            </a:r>
          </a:p>
          <a:p>
            <a:pPr marL="0" indent="0">
              <a:buNone/>
            </a:pPr>
            <a:r>
              <a:rPr lang="en-US" sz="1600" dirty="0"/>
              <a:t>Research combines neural network, genetic algorithms in a discrete decentralized multi-agent competitive environment.</a:t>
            </a:r>
          </a:p>
        </p:txBody>
      </p:sp>
      <p:sp>
        <p:nvSpPr>
          <p:cNvPr id="3" name="Slide Number Placeholder 2">
            <a:extLst>
              <a:ext uri="{FF2B5EF4-FFF2-40B4-BE49-F238E27FC236}">
                <a16:creationId xmlns:a16="http://schemas.microsoft.com/office/drawing/2014/main" id="{24BEB02A-8417-1187-5765-EAD476EF3C5F}"/>
              </a:ext>
            </a:extLst>
          </p:cNvPr>
          <p:cNvSpPr>
            <a:spLocks noGrp="1"/>
          </p:cNvSpPr>
          <p:nvPr>
            <p:ph type="sldNum" sz="quarter" idx="14"/>
          </p:nvPr>
        </p:nvSpPr>
        <p:spPr/>
        <p:txBody>
          <a:bodyPr/>
          <a:lstStyle/>
          <a:p>
            <a:fld id="{3DD97BEB-BAEF-0344-9D5C-EC73E478698A}" type="slidenum">
              <a:rPr lang="en-US" smtClean="0"/>
              <a:pPr/>
              <a:t>3</a:t>
            </a:fld>
            <a:endParaRPr lang="en-US"/>
          </a:p>
        </p:txBody>
      </p:sp>
      <p:sp>
        <p:nvSpPr>
          <p:cNvPr id="4" name="Title 3">
            <a:extLst>
              <a:ext uri="{FF2B5EF4-FFF2-40B4-BE49-F238E27FC236}">
                <a16:creationId xmlns:a16="http://schemas.microsoft.com/office/drawing/2014/main" id="{6B5C4D73-010B-749F-6F68-DEA639A8A53C}"/>
              </a:ext>
            </a:extLst>
          </p:cNvPr>
          <p:cNvSpPr>
            <a:spLocks noGrp="1"/>
          </p:cNvSpPr>
          <p:nvPr>
            <p:ph type="title"/>
          </p:nvPr>
        </p:nvSpPr>
        <p:spPr/>
        <p:txBody>
          <a:bodyPr/>
          <a:lstStyle/>
          <a:p>
            <a:r>
              <a:rPr lang="en-US" dirty="0"/>
              <a:t>Introduction  </a:t>
            </a:r>
          </a:p>
        </p:txBody>
      </p:sp>
      <p:pic>
        <p:nvPicPr>
          <p:cNvPr id="7" name="Show">
            <a:hlinkClick r:id="" action="ppaction://media"/>
            <a:extLst>
              <a:ext uri="{FF2B5EF4-FFF2-40B4-BE49-F238E27FC236}">
                <a16:creationId xmlns:a16="http://schemas.microsoft.com/office/drawing/2014/main" id="{C48EB2F7-A8C2-48A4-A7FE-FB7432E10BD1}"/>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5201990" y="1179633"/>
            <a:ext cx="3739011" cy="2784233"/>
          </a:xfrm>
          <a:prstGeom prst="rect">
            <a:avLst/>
          </a:prstGeom>
        </p:spPr>
      </p:pic>
    </p:spTree>
    <p:extLst>
      <p:ext uri="{BB962C8B-B14F-4D97-AF65-F5344CB8AC3E}">
        <p14:creationId xmlns:p14="http://schemas.microsoft.com/office/powerpoint/2010/main" val="3264387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130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91955-6DA3-4C03-8366-9442B09984F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6080EFB-C83E-07FE-5C3E-C82888CAF80B}"/>
              </a:ext>
            </a:extLst>
          </p:cNvPr>
          <p:cNvSpPr>
            <a:spLocks noGrp="1"/>
          </p:cNvSpPr>
          <p:nvPr>
            <p:ph type="sldNum" sz="quarter" idx="14"/>
          </p:nvPr>
        </p:nvSpPr>
        <p:spPr/>
        <p:txBody>
          <a:bodyPr/>
          <a:lstStyle/>
          <a:p>
            <a:fld id="{3DD97BEB-BAEF-0344-9D5C-EC73E478698A}" type="slidenum">
              <a:rPr lang="en-US" smtClean="0"/>
              <a:pPr/>
              <a:t>4</a:t>
            </a:fld>
            <a:endParaRPr lang="en-US"/>
          </a:p>
        </p:txBody>
      </p:sp>
      <p:sp>
        <p:nvSpPr>
          <p:cNvPr id="4" name="Title 3">
            <a:extLst>
              <a:ext uri="{FF2B5EF4-FFF2-40B4-BE49-F238E27FC236}">
                <a16:creationId xmlns:a16="http://schemas.microsoft.com/office/drawing/2014/main" id="{DBBFAFE2-606E-6E37-46B6-53BB21CA3E7E}"/>
              </a:ext>
            </a:extLst>
          </p:cNvPr>
          <p:cNvSpPr>
            <a:spLocks noGrp="1"/>
          </p:cNvSpPr>
          <p:nvPr>
            <p:ph type="title"/>
          </p:nvPr>
        </p:nvSpPr>
        <p:spPr/>
        <p:txBody>
          <a:bodyPr/>
          <a:lstStyle/>
          <a:p>
            <a:r>
              <a:rPr lang="en-US" dirty="0"/>
              <a:t>Related work  </a:t>
            </a:r>
          </a:p>
        </p:txBody>
      </p:sp>
      <p:graphicFrame>
        <p:nvGraphicFramePr>
          <p:cNvPr id="5" name="Таблица 5">
            <a:extLst>
              <a:ext uri="{FF2B5EF4-FFF2-40B4-BE49-F238E27FC236}">
                <a16:creationId xmlns:a16="http://schemas.microsoft.com/office/drawing/2014/main" id="{5DAE0025-8D7D-C131-40B4-8D07C8A4880D}"/>
              </a:ext>
            </a:extLst>
          </p:cNvPr>
          <p:cNvGraphicFramePr>
            <a:graphicFrameLocks noGrp="1"/>
          </p:cNvGraphicFramePr>
          <p:nvPr>
            <p:extLst>
              <p:ext uri="{D42A27DB-BD31-4B8C-83A1-F6EECF244321}">
                <p14:modId xmlns:p14="http://schemas.microsoft.com/office/powerpoint/2010/main" val="3325125505"/>
              </p:ext>
            </p:extLst>
          </p:nvPr>
        </p:nvGraphicFramePr>
        <p:xfrm>
          <a:off x="352885" y="823733"/>
          <a:ext cx="8368034" cy="3482136"/>
        </p:xfrm>
        <a:graphic>
          <a:graphicData uri="http://schemas.openxmlformats.org/drawingml/2006/table">
            <a:tbl>
              <a:tblPr firstRow="1" bandRow="1">
                <a:tableStyleId>{5940675A-B579-460E-94D1-54222C63F5DA}</a:tableStyleId>
              </a:tblPr>
              <a:tblGrid>
                <a:gridCol w="1264375">
                  <a:extLst>
                    <a:ext uri="{9D8B030D-6E8A-4147-A177-3AD203B41FA5}">
                      <a16:colId xmlns:a16="http://schemas.microsoft.com/office/drawing/2014/main" val="3508448104"/>
                    </a:ext>
                  </a:extLst>
                </a:gridCol>
                <a:gridCol w="1453486">
                  <a:extLst>
                    <a:ext uri="{9D8B030D-6E8A-4147-A177-3AD203B41FA5}">
                      <a16:colId xmlns:a16="http://schemas.microsoft.com/office/drawing/2014/main" val="506203995"/>
                    </a:ext>
                  </a:extLst>
                </a:gridCol>
                <a:gridCol w="3125338">
                  <a:extLst>
                    <a:ext uri="{9D8B030D-6E8A-4147-A177-3AD203B41FA5}">
                      <a16:colId xmlns:a16="http://schemas.microsoft.com/office/drawing/2014/main" val="1879264872"/>
                    </a:ext>
                  </a:extLst>
                </a:gridCol>
                <a:gridCol w="887104">
                  <a:extLst>
                    <a:ext uri="{9D8B030D-6E8A-4147-A177-3AD203B41FA5}">
                      <a16:colId xmlns:a16="http://schemas.microsoft.com/office/drawing/2014/main" val="3936028605"/>
                    </a:ext>
                  </a:extLst>
                </a:gridCol>
                <a:gridCol w="1637731">
                  <a:extLst>
                    <a:ext uri="{9D8B030D-6E8A-4147-A177-3AD203B41FA5}">
                      <a16:colId xmlns:a16="http://schemas.microsoft.com/office/drawing/2014/main" val="2881643805"/>
                    </a:ext>
                  </a:extLst>
                </a:gridCol>
              </a:tblGrid>
              <a:tr h="531993">
                <a:tc>
                  <a:txBody>
                    <a:bodyPr/>
                    <a:lstStyle/>
                    <a:p>
                      <a:pPr algn="ctr"/>
                      <a:r>
                        <a:rPr lang="en-US" b="1" dirty="0"/>
                        <a:t>Authors and year</a:t>
                      </a:r>
                      <a:endParaRPr lang="ru-KZ" b="1" dirty="0"/>
                    </a:p>
                  </a:txBody>
                  <a:tcPr anchor="ctr"/>
                </a:tc>
                <a:tc>
                  <a:txBody>
                    <a:bodyPr/>
                    <a:lstStyle/>
                    <a:p>
                      <a:pPr algn="ctr"/>
                      <a:r>
                        <a:rPr lang="en-US" b="1" dirty="0"/>
                        <a:t>Title of research</a:t>
                      </a:r>
                      <a:endParaRPr lang="ru-KZ" b="1" dirty="0"/>
                    </a:p>
                  </a:txBody>
                  <a:tcPr anchor="ctr"/>
                </a:tc>
                <a:tc>
                  <a:txBody>
                    <a:bodyPr/>
                    <a:lstStyle/>
                    <a:p>
                      <a:pPr algn="ctr"/>
                      <a:r>
                        <a:rPr lang="en-US" b="1" dirty="0"/>
                        <a:t>Goal</a:t>
                      </a:r>
                      <a:endParaRPr lang="ru-KZ" b="1" dirty="0"/>
                    </a:p>
                  </a:txBody>
                  <a:tcPr anchor="ctr"/>
                </a:tc>
                <a:tc>
                  <a:txBody>
                    <a:bodyPr/>
                    <a:lstStyle/>
                    <a:p>
                      <a:pPr algn="ctr"/>
                      <a:r>
                        <a:rPr lang="en-US" b="1" dirty="0"/>
                        <a:t>Methods</a:t>
                      </a:r>
                      <a:endParaRPr lang="ru-KZ" b="1" dirty="0"/>
                    </a:p>
                  </a:txBody>
                  <a:tcPr anchor="ctr"/>
                </a:tc>
                <a:tc>
                  <a:txBody>
                    <a:bodyPr/>
                    <a:lstStyle/>
                    <a:p>
                      <a:pPr algn="ctr"/>
                      <a:r>
                        <a:rPr lang="en-US" b="1" dirty="0"/>
                        <a:t>Environment</a:t>
                      </a:r>
                      <a:endParaRPr lang="ru-KZ" b="1" dirty="0"/>
                    </a:p>
                  </a:txBody>
                  <a:tcPr anchor="ctr"/>
                </a:tc>
                <a:extLst>
                  <a:ext uri="{0D108BD9-81ED-4DB2-BD59-A6C34878D82A}">
                    <a16:rowId xmlns:a16="http://schemas.microsoft.com/office/drawing/2014/main" val="3072812734"/>
                  </a:ext>
                </a:extLst>
              </a:tr>
              <a:tr h="628719">
                <a:tc>
                  <a:txBody>
                    <a:bodyPr/>
                    <a:lstStyle/>
                    <a:p>
                      <a:pPr algn="ctr"/>
                      <a:r>
                        <a:rPr lang="en-US" sz="1100" dirty="0"/>
                        <a:t>Manasa Josyula(2022)</a:t>
                      </a:r>
                      <a:endParaRPr lang="ru-KZ" sz="1100" dirty="0"/>
                    </a:p>
                  </a:txBody>
                  <a:tcPr anchor="ctr"/>
                </a:tc>
                <a:tc>
                  <a:txBody>
                    <a:bodyPr/>
                    <a:lstStyle/>
                    <a:p>
                      <a:pPr algn="ctr"/>
                      <a:r>
                        <a:rPr lang="en-US" sz="1100" dirty="0"/>
                        <a:t>Using Genetic Algorithms to Simulate Evolution</a:t>
                      </a:r>
                      <a:endParaRPr lang="ru-KZ" sz="1100" dirty="0"/>
                    </a:p>
                  </a:txBody>
                  <a:tcPr anchor="ctr"/>
                </a:tc>
                <a:tc>
                  <a:txBody>
                    <a:bodyPr/>
                    <a:lstStyle/>
                    <a:p>
                      <a:pPr algn="ctr"/>
                      <a:r>
                        <a:rPr lang="en-US" sz="1100" dirty="0"/>
                        <a:t>The goal of this article is to simulate and analyze evolutionary processes using genetic algorithms in a virtual environment.</a:t>
                      </a:r>
                      <a:endParaRPr lang="ru-KZ" sz="1100" dirty="0"/>
                    </a:p>
                  </a:txBody>
                  <a:tcPr anchor="ctr"/>
                </a:tc>
                <a:tc>
                  <a:txBody>
                    <a:bodyPr/>
                    <a:lstStyle/>
                    <a:p>
                      <a:pPr algn="ctr"/>
                      <a:r>
                        <a:rPr lang="en-US" sz="1100" dirty="0"/>
                        <a:t>GA</a:t>
                      </a:r>
                      <a:endParaRPr lang="ru-KZ" sz="1100" dirty="0"/>
                    </a:p>
                  </a:txBody>
                  <a:tcPr anchor="ctr"/>
                </a:tc>
                <a:tc>
                  <a:txBody>
                    <a:bodyPr/>
                    <a:lstStyle/>
                    <a:p>
                      <a:pPr algn="ctr"/>
                      <a:r>
                        <a:rPr lang="en-US" sz="1100" dirty="0"/>
                        <a:t>Continuous action space multi-agent competitive environment</a:t>
                      </a:r>
                      <a:endParaRPr lang="ru-KZ" sz="1100" dirty="0"/>
                    </a:p>
                  </a:txBody>
                  <a:tcPr anchor="ctr"/>
                </a:tc>
                <a:extLst>
                  <a:ext uri="{0D108BD9-81ED-4DB2-BD59-A6C34878D82A}">
                    <a16:rowId xmlns:a16="http://schemas.microsoft.com/office/drawing/2014/main" val="712746895"/>
                  </a:ext>
                </a:extLst>
              </a:tr>
              <a:tr h="983381">
                <a:tc>
                  <a:txBody>
                    <a:bodyPr/>
                    <a:lstStyle/>
                    <a:p>
                      <a:pPr algn="ctr"/>
                      <a:r>
                        <a:rPr lang="en-US" sz="1100" dirty="0"/>
                        <a:t>Nam Le(2019)</a:t>
                      </a:r>
                      <a:endParaRPr lang="ru-KZ" sz="1100" dirty="0"/>
                    </a:p>
                  </a:txBody>
                  <a:tcPr anchor="ctr"/>
                </a:tc>
                <a:tc>
                  <a:txBody>
                    <a:bodyPr/>
                    <a:lstStyle/>
                    <a:p>
                      <a:pPr algn="ctr"/>
                      <a:r>
                        <a:rPr lang="en-US" sz="1100" dirty="0"/>
                        <a:t>Evolving self-taught neural networks: the </a:t>
                      </a:r>
                      <a:r>
                        <a:rPr lang="en-US" sz="1100" dirty="0" err="1"/>
                        <a:t>baldwin</a:t>
                      </a:r>
                      <a:r>
                        <a:rPr lang="en-US" sz="1100" dirty="0"/>
                        <a:t> effect and the emergence of intelligence</a:t>
                      </a:r>
                      <a:endParaRPr lang="ru-KZ" sz="1100" dirty="0"/>
                    </a:p>
                  </a:txBody>
                  <a:tcPr anchor="ctr"/>
                </a:tc>
                <a:tc>
                  <a:txBody>
                    <a:bodyPr/>
                    <a:lstStyle/>
                    <a:p>
                      <a:pPr algn="ctr"/>
                      <a:r>
                        <a:rPr lang="en-US" sz="1100" dirty="0"/>
                        <a:t>Presents a technique called evolving self-taught neural networks – neural networks that can teach themselves without external supervision or reward.</a:t>
                      </a:r>
                      <a:endParaRPr lang="ru-KZ" sz="1100" dirty="0"/>
                    </a:p>
                  </a:txBody>
                  <a:tcPr anchor="ctr"/>
                </a:tc>
                <a:tc>
                  <a:txBody>
                    <a:bodyPr/>
                    <a:lstStyle/>
                    <a:p>
                      <a:pPr algn="ctr"/>
                      <a:r>
                        <a:rPr lang="en-US" sz="1100" dirty="0"/>
                        <a:t>Self-taught NN, GA</a:t>
                      </a:r>
                      <a:endParaRPr lang="ru-KZ" sz="1100" dirty="0"/>
                    </a:p>
                  </a:txBody>
                  <a:tcPr anchor="ctr"/>
                </a:tc>
                <a:tc>
                  <a:txBody>
                    <a:bodyPr/>
                    <a:lstStyle/>
                    <a:p>
                      <a:pPr algn="ctr"/>
                      <a:r>
                        <a:rPr lang="en-US" sz="1100" dirty="0"/>
                        <a:t>Continuous action space decentralized multi-agent competitive environment</a:t>
                      </a:r>
                      <a:endParaRPr lang="ru-KZ" sz="1100" dirty="0"/>
                    </a:p>
                  </a:txBody>
                  <a:tcPr anchor="ctr"/>
                </a:tc>
                <a:extLst>
                  <a:ext uri="{0D108BD9-81ED-4DB2-BD59-A6C34878D82A}">
                    <a16:rowId xmlns:a16="http://schemas.microsoft.com/office/drawing/2014/main" val="1960629632"/>
                  </a:ext>
                </a:extLst>
              </a:tr>
              <a:tr h="1338043">
                <a:tc>
                  <a:txBody>
                    <a:bodyPr/>
                    <a:lstStyle/>
                    <a:p>
                      <a:pPr algn="ctr"/>
                      <a:r>
                        <a:rPr lang="en-US" sz="1100" dirty="0"/>
                        <a:t>Yuji Kanagawa, Kenji </a:t>
                      </a:r>
                      <a:r>
                        <a:rPr lang="en-US" sz="1100" dirty="0" err="1"/>
                        <a:t>Doya</a:t>
                      </a:r>
                      <a:r>
                        <a:rPr lang="en-US" sz="1100" dirty="0"/>
                        <a:t>(2024)</a:t>
                      </a:r>
                      <a:endParaRPr lang="ru-KZ" sz="1100" dirty="0"/>
                    </a:p>
                  </a:txBody>
                  <a:tcPr anchor="ctr"/>
                </a:tc>
                <a:tc>
                  <a:txBody>
                    <a:bodyPr/>
                    <a:lstStyle/>
                    <a:p>
                      <a:pPr algn="ctr"/>
                      <a:r>
                        <a:rPr lang="en-US" sz="1100" dirty="0"/>
                        <a:t>Evolution of Rewards for Food and Motor Action by Simulating Birth and Death</a:t>
                      </a:r>
                      <a:endParaRPr lang="ru-KZ" sz="1100" dirty="0"/>
                    </a:p>
                  </a:txBody>
                  <a:tcPr anchor="ctr"/>
                </a:tc>
                <a:tc>
                  <a:txBody>
                    <a:bodyPr/>
                    <a:lstStyle/>
                    <a:p>
                      <a:pPr algn="ctr"/>
                      <a:r>
                        <a:rPr lang="en-US" sz="1100" dirty="0"/>
                        <a:t>The study aims to investigate how biologically plausible reward functions evolve in agents and how different environmental conditions influence the shape of these evolved rewards. Specifically, it seeks to understand the emergence of positive rewards for food acquisition and the divergence in rewards associated with motor actions.</a:t>
                      </a:r>
                      <a:endParaRPr lang="ru-KZ" sz="1100" dirty="0"/>
                    </a:p>
                  </a:txBody>
                  <a:tcPr anchor="ctr"/>
                </a:tc>
                <a:tc>
                  <a:txBody>
                    <a:bodyPr/>
                    <a:lstStyle/>
                    <a:p>
                      <a:pPr algn="ctr"/>
                      <a:r>
                        <a:rPr lang="en-US" sz="1100" dirty="0"/>
                        <a:t>PPO, TD3 algorithm</a:t>
                      </a:r>
                      <a:endParaRPr lang="ru-KZ" sz="1100" dirty="0"/>
                    </a:p>
                  </a:txBody>
                  <a:tcPr anchor="ctr"/>
                </a:tc>
                <a:tc>
                  <a:txBody>
                    <a:bodyPr/>
                    <a:lstStyle/>
                    <a:p>
                      <a:pPr algn="ctr"/>
                      <a:r>
                        <a:rPr lang="en-US" sz="1100" dirty="0"/>
                        <a:t>Continuous action space decentralized multi-agent competitive environment</a:t>
                      </a:r>
                      <a:endParaRPr lang="ru-KZ" sz="1100" dirty="0"/>
                    </a:p>
                  </a:txBody>
                  <a:tcPr anchor="ctr"/>
                </a:tc>
                <a:extLst>
                  <a:ext uri="{0D108BD9-81ED-4DB2-BD59-A6C34878D82A}">
                    <a16:rowId xmlns:a16="http://schemas.microsoft.com/office/drawing/2014/main" val="3048956451"/>
                  </a:ext>
                </a:extLst>
              </a:tr>
            </a:tbl>
          </a:graphicData>
        </a:graphic>
      </p:graphicFrame>
    </p:spTree>
    <p:extLst>
      <p:ext uri="{BB962C8B-B14F-4D97-AF65-F5344CB8AC3E}">
        <p14:creationId xmlns:p14="http://schemas.microsoft.com/office/powerpoint/2010/main" val="1123203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84AE6-6DF8-2C64-24A6-2828DC3E0C2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BA01D15-1A66-54BF-49E3-370EC55AAE40}"/>
              </a:ext>
            </a:extLst>
          </p:cNvPr>
          <p:cNvSpPr>
            <a:spLocks noGrp="1"/>
          </p:cNvSpPr>
          <p:nvPr>
            <p:ph type="sldNum" sz="quarter" idx="14"/>
          </p:nvPr>
        </p:nvSpPr>
        <p:spPr/>
        <p:txBody>
          <a:bodyPr/>
          <a:lstStyle/>
          <a:p>
            <a:fld id="{3DD97BEB-BAEF-0344-9D5C-EC73E478698A}" type="slidenum">
              <a:rPr lang="en-US" smtClean="0"/>
              <a:pPr/>
              <a:t>5</a:t>
            </a:fld>
            <a:endParaRPr lang="en-US"/>
          </a:p>
        </p:txBody>
      </p:sp>
      <p:sp>
        <p:nvSpPr>
          <p:cNvPr id="4" name="Title 3">
            <a:extLst>
              <a:ext uri="{FF2B5EF4-FFF2-40B4-BE49-F238E27FC236}">
                <a16:creationId xmlns:a16="http://schemas.microsoft.com/office/drawing/2014/main" id="{AAB0CE25-0612-94E7-7EC2-BA2DA6DBD983}"/>
              </a:ext>
            </a:extLst>
          </p:cNvPr>
          <p:cNvSpPr>
            <a:spLocks noGrp="1"/>
          </p:cNvSpPr>
          <p:nvPr>
            <p:ph type="title"/>
          </p:nvPr>
        </p:nvSpPr>
        <p:spPr/>
        <p:txBody>
          <a:bodyPr/>
          <a:lstStyle/>
          <a:p>
            <a:r>
              <a:rPr lang="en-US" dirty="0"/>
              <a:t>Related work  </a:t>
            </a:r>
          </a:p>
        </p:txBody>
      </p:sp>
      <p:graphicFrame>
        <p:nvGraphicFramePr>
          <p:cNvPr id="5" name="Таблица 5">
            <a:extLst>
              <a:ext uri="{FF2B5EF4-FFF2-40B4-BE49-F238E27FC236}">
                <a16:creationId xmlns:a16="http://schemas.microsoft.com/office/drawing/2014/main" id="{A371A66F-C79C-ED79-BC42-15D40E615522}"/>
              </a:ext>
            </a:extLst>
          </p:cNvPr>
          <p:cNvGraphicFramePr>
            <a:graphicFrameLocks noGrp="1"/>
          </p:cNvGraphicFramePr>
          <p:nvPr>
            <p:extLst>
              <p:ext uri="{D42A27DB-BD31-4B8C-83A1-F6EECF244321}">
                <p14:modId xmlns:p14="http://schemas.microsoft.com/office/powerpoint/2010/main" val="3262346895"/>
              </p:ext>
            </p:extLst>
          </p:nvPr>
        </p:nvGraphicFramePr>
        <p:xfrm>
          <a:off x="352885" y="823733"/>
          <a:ext cx="8368034" cy="3353096"/>
        </p:xfrm>
        <a:graphic>
          <a:graphicData uri="http://schemas.openxmlformats.org/drawingml/2006/table">
            <a:tbl>
              <a:tblPr firstRow="1" bandRow="1">
                <a:tableStyleId>{5940675A-B579-460E-94D1-54222C63F5DA}</a:tableStyleId>
              </a:tblPr>
              <a:tblGrid>
                <a:gridCol w="1441796">
                  <a:extLst>
                    <a:ext uri="{9D8B030D-6E8A-4147-A177-3AD203B41FA5}">
                      <a16:colId xmlns:a16="http://schemas.microsoft.com/office/drawing/2014/main" val="3508448104"/>
                    </a:ext>
                  </a:extLst>
                </a:gridCol>
                <a:gridCol w="1774209">
                  <a:extLst>
                    <a:ext uri="{9D8B030D-6E8A-4147-A177-3AD203B41FA5}">
                      <a16:colId xmlns:a16="http://schemas.microsoft.com/office/drawing/2014/main" val="506203995"/>
                    </a:ext>
                  </a:extLst>
                </a:gridCol>
                <a:gridCol w="2674961">
                  <a:extLst>
                    <a:ext uri="{9D8B030D-6E8A-4147-A177-3AD203B41FA5}">
                      <a16:colId xmlns:a16="http://schemas.microsoft.com/office/drawing/2014/main" val="1879264872"/>
                    </a:ext>
                  </a:extLst>
                </a:gridCol>
                <a:gridCol w="928048">
                  <a:extLst>
                    <a:ext uri="{9D8B030D-6E8A-4147-A177-3AD203B41FA5}">
                      <a16:colId xmlns:a16="http://schemas.microsoft.com/office/drawing/2014/main" val="3936028605"/>
                    </a:ext>
                  </a:extLst>
                </a:gridCol>
                <a:gridCol w="1549020">
                  <a:extLst>
                    <a:ext uri="{9D8B030D-6E8A-4147-A177-3AD203B41FA5}">
                      <a16:colId xmlns:a16="http://schemas.microsoft.com/office/drawing/2014/main" val="2881643805"/>
                    </a:ext>
                  </a:extLst>
                </a:gridCol>
              </a:tblGrid>
              <a:tr h="396536">
                <a:tc>
                  <a:txBody>
                    <a:bodyPr/>
                    <a:lstStyle/>
                    <a:p>
                      <a:pPr algn="ctr"/>
                      <a:r>
                        <a:rPr lang="en-US" b="1" dirty="0"/>
                        <a:t>Authors and year</a:t>
                      </a:r>
                      <a:endParaRPr lang="ru-KZ" b="1" dirty="0"/>
                    </a:p>
                  </a:txBody>
                  <a:tcPr anchor="ctr"/>
                </a:tc>
                <a:tc>
                  <a:txBody>
                    <a:bodyPr/>
                    <a:lstStyle/>
                    <a:p>
                      <a:pPr algn="ctr"/>
                      <a:r>
                        <a:rPr lang="en-US" b="1" dirty="0"/>
                        <a:t>Title of research</a:t>
                      </a:r>
                      <a:endParaRPr lang="ru-KZ" b="1" dirty="0"/>
                    </a:p>
                  </a:txBody>
                  <a:tcPr anchor="ctr"/>
                </a:tc>
                <a:tc>
                  <a:txBody>
                    <a:bodyPr/>
                    <a:lstStyle/>
                    <a:p>
                      <a:pPr algn="ctr"/>
                      <a:r>
                        <a:rPr lang="en-US" b="1" dirty="0"/>
                        <a:t>Goal</a:t>
                      </a:r>
                      <a:endParaRPr lang="ru-KZ" b="1" dirty="0"/>
                    </a:p>
                  </a:txBody>
                  <a:tcPr anchor="ctr"/>
                </a:tc>
                <a:tc>
                  <a:txBody>
                    <a:bodyPr/>
                    <a:lstStyle/>
                    <a:p>
                      <a:pPr algn="ctr"/>
                      <a:r>
                        <a:rPr lang="en-US" b="1" dirty="0"/>
                        <a:t>Methods</a:t>
                      </a:r>
                      <a:endParaRPr lang="ru-KZ" b="1" dirty="0"/>
                    </a:p>
                  </a:txBody>
                  <a:tcPr anchor="ctr"/>
                </a:tc>
                <a:tc>
                  <a:txBody>
                    <a:bodyPr/>
                    <a:lstStyle/>
                    <a:p>
                      <a:pPr algn="ctr"/>
                      <a:r>
                        <a:rPr lang="en-US" b="1" dirty="0"/>
                        <a:t>Environment</a:t>
                      </a:r>
                      <a:endParaRPr lang="ru-KZ" b="1" dirty="0"/>
                    </a:p>
                  </a:txBody>
                  <a:tcPr anchor="ctr"/>
                </a:tc>
                <a:extLst>
                  <a:ext uri="{0D108BD9-81ED-4DB2-BD59-A6C34878D82A}">
                    <a16:rowId xmlns:a16="http://schemas.microsoft.com/office/drawing/2014/main" val="3072812734"/>
                  </a:ext>
                </a:extLst>
              </a:tr>
              <a:tr h="396536">
                <a:tc>
                  <a:txBody>
                    <a:bodyPr/>
                    <a:lstStyle/>
                    <a:p>
                      <a:pPr algn="ctr"/>
                      <a:r>
                        <a:rPr lang="pt-BR" sz="1100" dirty="0"/>
                        <a:t>João P. Abrantes, Arnaldo J. Abrantes, Frans A. Oliehoek (2020)</a:t>
                      </a:r>
                      <a:endParaRPr lang="ru-KZ" sz="1100" dirty="0"/>
                    </a:p>
                  </a:txBody>
                  <a:tcPr anchor="ctr"/>
                </a:tc>
                <a:tc>
                  <a:txBody>
                    <a:bodyPr/>
                    <a:lstStyle/>
                    <a:p>
                      <a:pPr algn="ctr"/>
                      <a:r>
                        <a:rPr lang="en-US" sz="1100" dirty="0"/>
                        <a:t>Mimicking Evolution with Reinforcement Learning</a:t>
                      </a:r>
                      <a:endParaRPr lang="ru-KZ" sz="1100" dirty="0"/>
                    </a:p>
                  </a:txBody>
                  <a:tcPr anchor="ctr"/>
                </a:tc>
                <a:tc>
                  <a:txBody>
                    <a:bodyPr/>
                    <a:lstStyle/>
                    <a:p>
                      <a:pPr algn="ctr"/>
                      <a:r>
                        <a:rPr lang="en-US" sz="1100" dirty="0"/>
                        <a:t>Develop a reinforcement learning framework that mimics biological evolution by aligning agent rewards with evolutionary fitness — enabling agents to survive, adapt, and reproduce.</a:t>
                      </a:r>
                      <a:endParaRPr lang="ru-KZ" sz="1100" dirty="0"/>
                    </a:p>
                  </a:txBody>
                  <a:tcPr anchor="ctr"/>
                </a:tc>
                <a:tc>
                  <a:txBody>
                    <a:bodyPr/>
                    <a:lstStyle/>
                    <a:p>
                      <a:pPr algn="ctr"/>
                      <a:r>
                        <a:rPr lang="en-US" sz="1100" dirty="0"/>
                        <a:t>Evolutionary Reward, NN,  E-VDN</a:t>
                      </a:r>
                      <a:endParaRPr lang="ru-KZ" sz="1100" dirty="0"/>
                    </a:p>
                  </a:txBody>
                  <a:tcPr anchor="ctr"/>
                </a:tc>
                <a:tc>
                  <a:txBody>
                    <a:bodyPr/>
                    <a:lstStyle/>
                    <a:p>
                      <a:pPr algn="ctr"/>
                      <a:r>
                        <a:rPr lang="en-US" sz="1100" dirty="0"/>
                        <a:t>Competitive centralized multi-agent discrete environment. There are asexual and sexual implementation</a:t>
                      </a:r>
                      <a:endParaRPr lang="ru-KZ" sz="1100" dirty="0"/>
                    </a:p>
                  </a:txBody>
                  <a:tcPr anchor="ctr"/>
                </a:tc>
                <a:extLst>
                  <a:ext uri="{0D108BD9-81ED-4DB2-BD59-A6C34878D82A}">
                    <a16:rowId xmlns:a16="http://schemas.microsoft.com/office/drawing/2014/main" val="712746895"/>
                  </a:ext>
                </a:extLst>
              </a:tr>
              <a:tr h="403446">
                <a:tc>
                  <a:txBody>
                    <a:bodyPr/>
                    <a:lstStyle/>
                    <a:p>
                      <a:pPr algn="ctr"/>
                      <a:r>
                        <a:rPr lang="en-US" sz="1100" dirty="0"/>
                        <a:t>Tony Abou-</a:t>
                      </a:r>
                      <a:r>
                        <a:rPr lang="en-US" sz="1100" dirty="0" err="1"/>
                        <a:t>Assaleh</a:t>
                      </a:r>
                      <a:r>
                        <a:rPr lang="en-US" sz="1100" dirty="0"/>
                        <a:t>(2001)</a:t>
                      </a:r>
                      <a:endParaRPr lang="ru-KZ" sz="1100" dirty="0"/>
                    </a:p>
                  </a:txBody>
                  <a:tcPr anchor="ctr"/>
                </a:tc>
                <a:tc>
                  <a:txBody>
                    <a:bodyPr/>
                    <a:lstStyle/>
                    <a:p>
                      <a:pPr algn="ctr"/>
                      <a:r>
                        <a:rPr lang="en-US" sz="1100" dirty="0"/>
                        <a:t>Evolution of Recurrent Neural Networks to Control Autonomous Life Agents</a:t>
                      </a:r>
                      <a:endParaRPr lang="ru-KZ" sz="1100" dirty="0"/>
                    </a:p>
                  </a:txBody>
                  <a:tcPr anchor="ctr"/>
                </a:tc>
                <a:tc>
                  <a:txBody>
                    <a:bodyPr/>
                    <a:lstStyle/>
                    <a:p>
                      <a:pPr algn="ctr"/>
                      <a:r>
                        <a:rPr lang="en-US" sz="1100" dirty="0"/>
                        <a:t>Development of a learning system capable of evolving the parameters and topology of recurrent neural networks (RNNs) to control Autonomous Life Agents (ALA) that adapt and survive in artificial environments</a:t>
                      </a:r>
                      <a:endParaRPr lang="ru-KZ" sz="1100" dirty="0"/>
                    </a:p>
                  </a:txBody>
                  <a:tcPr anchor="ctr"/>
                </a:tc>
                <a:tc>
                  <a:txBody>
                    <a:bodyPr/>
                    <a:lstStyle/>
                    <a:p>
                      <a:pPr algn="ctr"/>
                      <a:r>
                        <a:rPr lang="en-US" sz="1100" dirty="0"/>
                        <a:t>RNN, GA</a:t>
                      </a:r>
                      <a:endParaRPr lang="ru-KZ" sz="1100" dirty="0"/>
                    </a:p>
                  </a:txBody>
                  <a:tcPr anchor="ctr"/>
                </a:tc>
                <a:tc>
                  <a:txBody>
                    <a:bodyPr/>
                    <a:lstStyle/>
                    <a:p>
                      <a:pPr algn="ctr"/>
                      <a:r>
                        <a:rPr lang="en-US" sz="1100" dirty="0"/>
                        <a:t>Single-agent discrete environment</a:t>
                      </a:r>
                      <a:endParaRPr lang="ru-KZ" sz="1100" dirty="0"/>
                    </a:p>
                  </a:txBody>
                  <a:tcPr anchor="ctr"/>
                </a:tc>
                <a:extLst>
                  <a:ext uri="{0D108BD9-81ED-4DB2-BD59-A6C34878D82A}">
                    <a16:rowId xmlns:a16="http://schemas.microsoft.com/office/drawing/2014/main" val="1960629632"/>
                  </a:ext>
                </a:extLst>
              </a:tr>
              <a:tr h="537769">
                <a:tc>
                  <a:txBody>
                    <a:bodyPr/>
                    <a:lstStyle/>
                    <a:p>
                      <a:pPr algn="ctr"/>
                      <a:r>
                        <a:rPr lang="en-US" sz="1100" dirty="0"/>
                        <a:t>Malrey Lee, </a:t>
                      </a:r>
                      <a:r>
                        <a:rPr lang="en-US" sz="1100" dirty="0" err="1"/>
                        <a:t>Suchong</a:t>
                      </a:r>
                      <a:r>
                        <a:rPr lang="en-US" sz="1100" dirty="0"/>
                        <a:t> Joo, </a:t>
                      </a:r>
                      <a:r>
                        <a:rPr lang="en-US" sz="1100" dirty="0" err="1"/>
                        <a:t>HeeSook</a:t>
                      </a:r>
                      <a:r>
                        <a:rPr lang="en-US" sz="1100" dirty="0"/>
                        <a:t> Kim (2004)</a:t>
                      </a:r>
                      <a:endParaRPr lang="ru-KZ" sz="1100" dirty="0"/>
                    </a:p>
                  </a:txBody>
                  <a:tcPr anchor="ctr"/>
                </a:tc>
                <a:tc>
                  <a:txBody>
                    <a:bodyPr/>
                    <a:lstStyle/>
                    <a:p>
                      <a:pPr algn="ctr"/>
                      <a:r>
                        <a:rPr lang="en-US" sz="1100" dirty="0"/>
                        <a:t>Realization of emergent behavior in collective autonomous mobile agents using an artificial neural network and a genetic algorithm</a:t>
                      </a:r>
                      <a:endParaRPr lang="ru-KZ" sz="1100" dirty="0"/>
                    </a:p>
                  </a:txBody>
                  <a:tcPr anchor="ctr"/>
                </a:tc>
                <a:tc>
                  <a:txBody>
                    <a:bodyPr/>
                    <a:lstStyle/>
                    <a:p>
                      <a:pPr algn="ctr"/>
                      <a:r>
                        <a:rPr lang="en-US" sz="1100" dirty="0"/>
                        <a:t>Proposes a so-called “stalking system” using the concept of artificial life and implement group behavior of animals and insects. In this case, the group hunting behavior of Predators on Prey is simulated.</a:t>
                      </a:r>
                      <a:endParaRPr lang="ru-KZ" sz="1100" dirty="0"/>
                    </a:p>
                  </a:txBody>
                  <a:tcPr anchor="ctr"/>
                </a:tc>
                <a:tc>
                  <a:txBody>
                    <a:bodyPr/>
                    <a:lstStyle/>
                    <a:p>
                      <a:pPr algn="ctr"/>
                      <a:r>
                        <a:rPr lang="en-US" sz="1100" dirty="0"/>
                        <a:t>NN, GA with different Selection</a:t>
                      </a:r>
                      <a:endParaRPr lang="ru-KZ" sz="1100" dirty="0"/>
                    </a:p>
                  </a:txBody>
                  <a:tcPr anchor="ctr"/>
                </a:tc>
                <a:tc>
                  <a:txBody>
                    <a:bodyPr/>
                    <a:lstStyle/>
                    <a:p>
                      <a:pPr algn="ctr"/>
                      <a:r>
                        <a:rPr lang="en-US" sz="1100" dirty="0"/>
                        <a:t>Centralized cooperative multi-agent discrete environment with two type of agent (Prey and Predator)</a:t>
                      </a:r>
                      <a:endParaRPr lang="ru-KZ" sz="1100" dirty="0"/>
                    </a:p>
                  </a:txBody>
                  <a:tcPr anchor="ctr"/>
                </a:tc>
                <a:extLst>
                  <a:ext uri="{0D108BD9-81ED-4DB2-BD59-A6C34878D82A}">
                    <a16:rowId xmlns:a16="http://schemas.microsoft.com/office/drawing/2014/main" val="3048956451"/>
                  </a:ext>
                </a:extLst>
              </a:tr>
            </a:tbl>
          </a:graphicData>
        </a:graphic>
      </p:graphicFrame>
    </p:spTree>
    <p:extLst>
      <p:ext uri="{BB962C8B-B14F-4D97-AF65-F5344CB8AC3E}">
        <p14:creationId xmlns:p14="http://schemas.microsoft.com/office/powerpoint/2010/main" val="2799092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14E9C-539A-5713-B06A-30D0E0EDADA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3F10DCA-6D83-28AB-929A-0EE633231C3C}"/>
              </a:ext>
            </a:extLst>
          </p:cNvPr>
          <p:cNvSpPr>
            <a:spLocks noGrp="1"/>
          </p:cNvSpPr>
          <p:nvPr>
            <p:ph type="body" sz="quarter" idx="13"/>
          </p:nvPr>
        </p:nvSpPr>
        <p:spPr>
          <a:xfrm>
            <a:off x="282290" y="918858"/>
            <a:ext cx="3424565" cy="1700845"/>
          </a:xfrm>
        </p:spPr>
        <p:txBody>
          <a:bodyPr>
            <a:normAutofit/>
          </a:bodyPr>
          <a:lstStyle/>
          <a:p>
            <a:r>
              <a:rPr lang="en-US" dirty="0"/>
              <a:t>The virtual environment is a 2D grid composed of discrete cells. It is stored as a two-dimensional matrix filled with various objects</a:t>
            </a:r>
          </a:p>
          <a:p>
            <a:r>
              <a:rPr lang="en-US" sz="1800" dirty="0"/>
              <a:t>Discrete decentralized multi-agent competitive environment.</a:t>
            </a:r>
            <a:endParaRPr lang="en-US" dirty="0"/>
          </a:p>
        </p:txBody>
      </p:sp>
      <p:sp>
        <p:nvSpPr>
          <p:cNvPr id="3" name="Slide Number Placeholder 2">
            <a:extLst>
              <a:ext uri="{FF2B5EF4-FFF2-40B4-BE49-F238E27FC236}">
                <a16:creationId xmlns:a16="http://schemas.microsoft.com/office/drawing/2014/main" id="{8E250A53-98EC-D26A-9665-62CC498901CB}"/>
              </a:ext>
            </a:extLst>
          </p:cNvPr>
          <p:cNvSpPr>
            <a:spLocks noGrp="1"/>
          </p:cNvSpPr>
          <p:nvPr>
            <p:ph type="sldNum" sz="quarter" idx="14"/>
          </p:nvPr>
        </p:nvSpPr>
        <p:spPr/>
        <p:txBody>
          <a:bodyPr/>
          <a:lstStyle/>
          <a:p>
            <a:fld id="{3DD97BEB-BAEF-0344-9D5C-EC73E478698A}" type="slidenum">
              <a:rPr lang="en-US" smtClean="0"/>
              <a:pPr/>
              <a:t>6</a:t>
            </a:fld>
            <a:endParaRPr lang="en-US"/>
          </a:p>
        </p:txBody>
      </p:sp>
      <p:sp>
        <p:nvSpPr>
          <p:cNvPr id="4" name="Title 3">
            <a:extLst>
              <a:ext uri="{FF2B5EF4-FFF2-40B4-BE49-F238E27FC236}">
                <a16:creationId xmlns:a16="http://schemas.microsoft.com/office/drawing/2014/main" id="{CA603112-1F8C-9F59-47F3-8B9F3DCDD314}"/>
              </a:ext>
            </a:extLst>
          </p:cNvPr>
          <p:cNvSpPr>
            <a:spLocks noGrp="1"/>
          </p:cNvSpPr>
          <p:nvPr>
            <p:ph type="title"/>
          </p:nvPr>
        </p:nvSpPr>
        <p:spPr/>
        <p:txBody>
          <a:bodyPr/>
          <a:lstStyle/>
          <a:p>
            <a:r>
              <a:rPr lang="en-US" dirty="0"/>
              <a:t>Methodology - Environment  </a:t>
            </a:r>
          </a:p>
        </p:txBody>
      </p:sp>
      <p:grpSp>
        <p:nvGrpSpPr>
          <p:cNvPr id="21" name="Группа 20">
            <a:extLst>
              <a:ext uri="{FF2B5EF4-FFF2-40B4-BE49-F238E27FC236}">
                <a16:creationId xmlns:a16="http://schemas.microsoft.com/office/drawing/2014/main" id="{2153908D-FE25-4E4E-AFD2-85FAF4821504}"/>
              </a:ext>
            </a:extLst>
          </p:cNvPr>
          <p:cNvGrpSpPr/>
          <p:nvPr/>
        </p:nvGrpSpPr>
        <p:grpSpPr>
          <a:xfrm>
            <a:off x="545045" y="2985271"/>
            <a:ext cx="1075385" cy="369332"/>
            <a:chOff x="1394532" y="3253910"/>
            <a:chExt cx="1075385" cy="369332"/>
          </a:xfrm>
        </p:grpSpPr>
        <p:pic>
          <p:nvPicPr>
            <p:cNvPr id="8" name="Рисунок 7">
              <a:extLst>
                <a:ext uri="{FF2B5EF4-FFF2-40B4-BE49-F238E27FC236}">
                  <a16:creationId xmlns:a16="http://schemas.microsoft.com/office/drawing/2014/main" id="{0C037F6D-9B7F-4491-B424-0B777C92D70C}"/>
                </a:ext>
              </a:extLst>
            </p:cNvPr>
            <p:cNvPicPr>
              <a:picLocks noChangeAspect="1"/>
            </p:cNvPicPr>
            <p:nvPr/>
          </p:nvPicPr>
          <p:blipFill>
            <a:blip r:embed="rId4"/>
            <a:stretch>
              <a:fillRect/>
            </a:stretch>
          </p:blipFill>
          <p:spPr>
            <a:xfrm>
              <a:off x="1394532" y="3327674"/>
              <a:ext cx="258100" cy="262550"/>
            </a:xfrm>
            <a:prstGeom prst="rect">
              <a:avLst/>
            </a:prstGeom>
          </p:spPr>
        </p:pic>
        <p:sp>
          <p:nvSpPr>
            <p:cNvPr id="18" name="TextBox 17">
              <a:extLst>
                <a:ext uri="{FF2B5EF4-FFF2-40B4-BE49-F238E27FC236}">
                  <a16:creationId xmlns:a16="http://schemas.microsoft.com/office/drawing/2014/main" id="{8CB531C2-B823-43C4-ACC6-6984D2B60A98}"/>
                </a:ext>
              </a:extLst>
            </p:cNvPr>
            <p:cNvSpPr txBox="1"/>
            <p:nvPr/>
          </p:nvSpPr>
          <p:spPr>
            <a:xfrm>
              <a:off x="1615768" y="3253910"/>
              <a:ext cx="854149" cy="369332"/>
            </a:xfrm>
            <a:prstGeom prst="rect">
              <a:avLst/>
            </a:prstGeom>
            <a:noFill/>
          </p:spPr>
          <p:txBody>
            <a:bodyPr wrap="square">
              <a:spAutoFit/>
            </a:bodyPr>
            <a:lstStyle/>
            <a:p>
              <a:r>
                <a:rPr lang="en-US" dirty="0"/>
                <a:t>- Food</a:t>
              </a:r>
              <a:endParaRPr lang="ru-KZ" dirty="0"/>
            </a:p>
          </p:txBody>
        </p:sp>
      </p:grpSp>
      <p:grpSp>
        <p:nvGrpSpPr>
          <p:cNvPr id="22" name="Группа 21">
            <a:extLst>
              <a:ext uri="{FF2B5EF4-FFF2-40B4-BE49-F238E27FC236}">
                <a16:creationId xmlns:a16="http://schemas.microsoft.com/office/drawing/2014/main" id="{78DF6EBD-9002-44CA-B883-2E56D7D04AD9}"/>
              </a:ext>
            </a:extLst>
          </p:cNvPr>
          <p:cNvGrpSpPr/>
          <p:nvPr/>
        </p:nvGrpSpPr>
        <p:grpSpPr>
          <a:xfrm>
            <a:off x="566926" y="3395349"/>
            <a:ext cx="1125649" cy="369332"/>
            <a:chOff x="1480018" y="3688989"/>
            <a:chExt cx="1125649" cy="369332"/>
          </a:xfrm>
        </p:grpSpPr>
        <p:pic>
          <p:nvPicPr>
            <p:cNvPr id="10" name="Рисунок 9">
              <a:extLst>
                <a:ext uri="{FF2B5EF4-FFF2-40B4-BE49-F238E27FC236}">
                  <a16:creationId xmlns:a16="http://schemas.microsoft.com/office/drawing/2014/main" id="{4AEFD86C-9C6E-42C2-85B1-7AC087E62A91}"/>
                </a:ext>
              </a:extLst>
            </p:cNvPr>
            <p:cNvPicPr>
              <a:picLocks noChangeAspect="1"/>
            </p:cNvPicPr>
            <p:nvPr/>
          </p:nvPicPr>
          <p:blipFill>
            <a:blip r:embed="rId5"/>
            <a:stretch>
              <a:fillRect/>
            </a:stretch>
          </p:blipFill>
          <p:spPr>
            <a:xfrm>
              <a:off x="1480018" y="3744277"/>
              <a:ext cx="271500" cy="281026"/>
            </a:xfrm>
            <a:prstGeom prst="rect">
              <a:avLst/>
            </a:prstGeom>
          </p:spPr>
        </p:pic>
        <p:sp>
          <p:nvSpPr>
            <p:cNvPr id="19" name="TextBox 18">
              <a:extLst>
                <a:ext uri="{FF2B5EF4-FFF2-40B4-BE49-F238E27FC236}">
                  <a16:creationId xmlns:a16="http://schemas.microsoft.com/office/drawing/2014/main" id="{86940D32-D070-46EF-AEBF-09780DE29179}"/>
                </a:ext>
              </a:extLst>
            </p:cNvPr>
            <p:cNvSpPr txBox="1"/>
            <p:nvPr/>
          </p:nvSpPr>
          <p:spPr>
            <a:xfrm>
              <a:off x="1751518" y="3688989"/>
              <a:ext cx="854149" cy="369332"/>
            </a:xfrm>
            <a:prstGeom prst="rect">
              <a:avLst/>
            </a:prstGeom>
            <a:noFill/>
          </p:spPr>
          <p:txBody>
            <a:bodyPr wrap="square">
              <a:spAutoFit/>
            </a:bodyPr>
            <a:lstStyle/>
            <a:p>
              <a:r>
                <a:rPr lang="en-US" dirty="0"/>
                <a:t>- Agent</a:t>
              </a:r>
              <a:endParaRPr lang="ru-KZ" dirty="0"/>
            </a:p>
          </p:txBody>
        </p:sp>
      </p:grpSp>
      <p:grpSp>
        <p:nvGrpSpPr>
          <p:cNvPr id="23" name="Группа 22">
            <a:extLst>
              <a:ext uri="{FF2B5EF4-FFF2-40B4-BE49-F238E27FC236}">
                <a16:creationId xmlns:a16="http://schemas.microsoft.com/office/drawing/2014/main" id="{BA7A6848-8E55-45BB-8D12-11FBC3E8CEDC}"/>
              </a:ext>
            </a:extLst>
          </p:cNvPr>
          <p:cNvGrpSpPr/>
          <p:nvPr/>
        </p:nvGrpSpPr>
        <p:grpSpPr>
          <a:xfrm>
            <a:off x="545045" y="3778589"/>
            <a:ext cx="2225523" cy="369332"/>
            <a:chOff x="1127795" y="4179356"/>
            <a:chExt cx="2225523" cy="369332"/>
          </a:xfrm>
        </p:grpSpPr>
        <p:pic>
          <p:nvPicPr>
            <p:cNvPr id="12" name="Рисунок 11">
              <a:extLst>
                <a:ext uri="{FF2B5EF4-FFF2-40B4-BE49-F238E27FC236}">
                  <a16:creationId xmlns:a16="http://schemas.microsoft.com/office/drawing/2014/main" id="{988848CC-4391-4D8B-864E-8F1A5D1F65D4}"/>
                </a:ext>
              </a:extLst>
            </p:cNvPr>
            <p:cNvPicPr>
              <a:picLocks noChangeAspect="1"/>
            </p:cNvPicPr>
            <p:nvPr/>
          </p:nvPicPr>
          <p:blipFill rotWithShape="1">
            <a:blip r:embed="rId6"/>
            <a:srcRect l="16253" t="10982" r="9688" b="7940"/>
            <a:stretch/>
          </p:blipFill>
          <p:spPr>
            <a:xfrm>
              <a:off x="1463803" y="4267374"/>
              <a:ext cx="271499" cy="267508"/>
            </a:xfrm>
            <a:prstGeom prst="rect">
              <a:avLst/>
            </a:prstGeom>
          </p:spPr>
        </p:pic>
        <p:pic>
          <p:nvPicPr>
            <p:cNvPr id="14" name="Рисунок 13">
              <a:extLst>
                <a:ext uri="{FF2B5EF4-FFF2-40B4-BE49-F238E27FC236}">
                  <a16:creationId xmlns:a16="http://schemas.microsoft.com/office/drawing/2014/main" id="{2F34925F-2A91-46C3-B4D0-00A862A20CB5}"/>
                </a:ext>
              </a:extLst>
            </p:cNvPr>
            <p:cNvPicPr>
              <a:picLocks noChangeAspect="1"/>
            </p:cNvPicPr>
            <p:nvPr/>
          </p:nvPicPr>
          <p:blipFill>
            <a:blip r:embed="rId7"/>
            <a:stretch>
              <a:fillRect/>
            </a:stretch>
          </p:blipFill>
          <p:spPr>
            <a:xfrm>
              <a:off x="1127795" y="4267374"/>
              <a:ext cx="266737" cy="266737"/>
            </a:xfrm>
            <a:prstGeom prst="rect">
              <a:avLst/>
            </a:prstGeom>
          </p:spPr>
        </p:pic>
        <p:sp>
          <p:nvSpPr>
            <p:cNvPr id="20" name="TextBox 19">
              <a:extLst>
                <a:ext uri="{FF2B5EF4-FFF2-40B4-BE49-F238E27FC236}">
                  <a16:creationId xmlns:a16="http://schemas.microsoft.com/office/drawing/2014/main" id="{A9BA34D3-0010-4FE8-A764-21619E5CDC36}"/>
                </a:ext>
              </a:extLst>
            </p:cNvPr>
            <p:cNvSpPr txBox="1"/>
            <p:nvPr/>
          </p:nvSpPr>
          <p:spPr>
            <a:xfrm>
              <a:off x="1735302" y="4179356"/>
              <a:ext cx="1618016" cy="369332"/>
            </a:xfrm>
            <a:prstGeom prst="rect">
              <a:avLst/>
            </a:prstGeom>
            <a:noFill/>
          </p:spPr>
          <p:txBody>
            <a:bodyPr wrap="square">
              <a:spAutoFit/>
            </a:bodyPr>
            <a:lstStyle/>
            <a:p>
              <a:r>
                <a:rPr lang="en-US" dirty="0"/>
                <a:t>- Grass(empty)</a:t>
              </a:r>
              <a:endParaRPr lang="ru-KZ" dirty="0"/>
            </a:p>
          </p:txBody>
        </p:sp>
      </p:grpSp>
      <p:pic>
        <p:nvPicPr>
          <p:cNvPr id="27" name="Show">
            <a:hlinkClick r:id="" action="ppaction://media"/>
            <a:extLst>
              <a:ext uri="{FF2B5EF4-FFF2-40B4-BE49-F238E27FC236}">
                <a16:creationId xmlns:a16="http://schemas.microsoft.com/office/drawing/2014/main" id="{D3A88AE3-A9F7-4A88-9B26-0E98C3A354CE}"/>
              </a:ext>
            </a:extLst>
          </p:cNvPr>
          <p:cNvPicPr>
            <a:picLocks noChangeAspect="1"/>
          </p:cNvPicPr>
          <p:nvPr>
            <a:videoFile r:link="rId2"/>
            <p:extLst>
              <p:ext uri="{DAA4B4D4-6D71-4841-9C94-3DE7FCFB9230}">
                <p14:media xmlns:p14="http://schemas.microsoft.com/office/powerpoint/2010/main" r:embed="rId1"/>
              </p:ext>
            </p:extLst>
          </p:nvPr>
        </p:nvPicPr>
        <p:blipFill>
          <a:blip r:embed="rId8"/>
          <a:stretch>
            <a:fillRect/>
          </a:stretch>
        </p:blipFill>
        <p:spPr>
          <a:xfrm>
            <a:off x="4137660" y="918858"/>
            <a:ext cx="4439414" cy="3305784"/>
          </a:xfrm>
          <a:prstGeom prst="rect">
            <a:avLst/>
          </a:prstGeom>
        </p:spPr>
      </p:pic>
      <p:pic>
        <p:nvPicPr>
          <p:cNvPr id="26" name="Рисунок 25" descr="Изображение выглядит как снимок экрана, шаблон, Прямоугольник, зеленый&#10;&#10;Контент, сгенерированный ИИ, может содержать ошибки.">
            <a:extLst>
              <a:ext uri="{FF2B5EF4-FFF2-40B4-BE49-F238E27FC236}">
                <a16:creationId xmlns:a16="http://schemas.microsoft.com/office/drawing/2014/main" id="{EB57AC33-D331-4352-B35C-0E99DE95DFEB}"/>
              </a:ext>
            </a:extLst>
          </p:cNvPr>
          <p:cNvPicPr>
            <a:picLocks noChangeAspect="1"/>
          </p:cNvPicPr>
          <p:nvPr/>
        </p:nvPicPr>
        <p:blipFill rotWithShape="1">
          <a:blip r:embed="rId9"/>
          <a:srcRect l="3218" b="96247"/>
          <a:stretch/>
        </p:blipFill>
        <p:spPr>
          <a:xfrm>
            <a:off x="4236720" y="1092537"/>
            <a:ext cx="2979420" cy="114023"/>
          </a:xfrm>
          <a:prstGeom prst="rect">
            <a:avLst/>
          </a:prstGeom>
        </p:spPr>
      </p:pic>
      <p:pic>
        <p:nvPicPr>
          <p:cNvPr id="6" name="Рисунок 5" descr="Изображение выглядит как снимок экрана, шаблон, Прямоугольник, зеленый&#10;&#10;Контент, сгенерированный ИИ, может содержать ошибки.">
            <a:extLst>
              <a:ext uri="{FF2B5EF4-FFF2-40B4-BE49-F238E27FC236}">
                <a16:creationId xmlns:a16="http://schemas.microsoft.com/office/drawing/2014/main" id="{31B34349-E878-4FF7-8A6E-18E23FD3767F}"/>
              </a:ext>
            </a:extLst>
          </p:cNvPr>
          <p:cNvPicPr>
            <a:picLocks noChangeAspect="1"/>
          </p:cNvPicPr>
          <p:nvPr/>
        </p:nvPicPr>
        <p:blipFill rotWithShape="1">
          <a:blip r:embed="rId9"/>
          <a:srcRect l="-1864" t="2953" r="96152"/>
          <a:stretch/>
        </p:blipFill>
        <p:spPr>
          <a:xfrm>
            <a:off x="4097456" y="1198940"/>
            <a:ext cx="159305" cy="2917765"/>
          </a:xfrm>
          <a:prstGeom prst="rect">
            <a:avLst/>
          </a:prstGeom>
        </p:spPr>
      </p:pic>
    </p:spTree>
    <p:extLst>
      <p:ext uri="{BB962C8B-B14F-4D97-AF65-F5344CB8AC3E}">
        <p14:creationId xmlns:p14="http://schemas.microsoft.com/office/powerpoint/2010/main" val="3351349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1300"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7"/>
                </p:tgtEl>
              </p:cMediaNode>
            </p:video>
            <p:seq concurrent="1" nextAc="seek">
              <p:cTn id="8" restart="whenNotActive" fill="hold" evtFilter="cancelBubble" nodeType="interactiveSeq">
                <p:stCondLst>
                  <p:cond evt="onClick" delay="0">
                    <p:tgtEl>
                      <p:spTgt spid="2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7"/>
                                        </p:tgtEl>
                                      </p:cBhvr>
                                    </p:cmd>
                                  </p:childTnLst>
                                </p:cTn>
                              </p:par>
                            </p:childTnLst>
                          </p:cTn>
                        </p:par>
                      </p:childTnLst>
                    </p:cTn>
                  </p:par>
                </p:childTnLst>
              </p:cTn>
              <p:nextCondLst>
                <p:cond evt="onClick" delay="0">
                  <p:tgtEl>
                    <p:spTgt spid="27"/>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14E9C-539A-5713-B06A-30D0E0EDADA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3F10DCA-6D83-28AB-929A-0EE633231C3C}"/>
              </a:ext>
            </a:extLst>
          </p:cNvPr>
          <p:cNvSpPr>
            <a:spLocks noGrp="1"/>
          </p:cNvSpPr>
          <p:nvPr>
            <p:ph type="body" sz="quarter" idx="13"/>
          </p:nvPr>
        </p:nvSpPr>
        <p:spPr>
          <a:xfrm>
            <a:off x="282289" y="1012206"/>
            <a:ext cx="2576735" cy="2754632"/>
          </a:xfrm>
        </p:spPr>
        <p:txBody>
          <a:bodyPr/>
          <a:lstStyle/>
          <a:p>
            <a:r>
              <a:rPr lang="en-US" dirty="0"/>
              <a:t>Each agent has two internal variables: age and energy and a brain that is represented by a neural network. The hidden layers use the </a:t>
            </a:r>
            <a:r>
              <a:rPr lang="en-US" dirty="0" err="1"/>
              <a:t>ReLU</a:t>
            </a:r>
            <a:r>
              <a:rPr lang="en-US" dirty="0"/>
              <a:t> activation function, while the output layer uses </a:t>
            </a:r>
            <a:r>
              <a:rPr lang="en-US" dirty="0" err="1"/>
              <a:t>Softmax</a:t>
            </a:r>
            <a:r>
              <a:rPr lang="en-US" dirty="0"/>
              <a:t>.</a:t>
            </a:r>
          </a:p>
        </p:txBody>
      </p:sp>
      <p:sp>
        <p:nvSpPr>
          <p:cNvPr id="3" name="Slide Number Placeholder 2">
            <a:extLst>
              <a:ext uri="{FF2B5EF4-FFF2-40B4-BE49-F238E27FC236}">
                <a16:creationId xmlns:a16="http://schemas.microsoft.com/office/drawing/2014/main" id="{8E250A53-98EC-D26A-9665-62CC498901CB}"/>
              </a:ext>
            </a:extLst>
          </p:cNvPr>
          <p:cNvSpPr>
            <a:spLocks noGrp="1"/>
          </p:cNvSpPr>
          <p:nvPr>
            <p:ph type="sldNum" sz="quarter" idx="14"/>
          </p:nvPr>
        </p:nvSpPr>
        <p:spPr/>
        <p:txBody>
          <a:bodyPr/>
          <a:lstStyle/>
          <a:p>
            <a:fld id="{3DD97BEB-BAEF-0344-9D5C-EC73E478698A}" type="slidenum">
              <a:rPr lang="en-US" smtClean="0"/>
              <a:pPr/>
              <a:t>7</a:t>
            </a:fld>
            <a:endParaRPr lang="en-US"/>
          </a:p>
        </p:txBody>
      </p:sp>
      <p:sp>
        <p:nvSpPr>
          <p:cNvPr id="4" name="Title 3">
            <a:extLst>
              <a:ext uri="{FF2B5EF4-FFF2-40B4-BE49-F238E27FC236}">
                <a16:creationId xmlns:a16="http://schemas.microsoft.com/office/drawing/2014/main" id="{CA603112-1F8C-9F59-47F3-8B9F3DCDD314}"/>
              </a:ext>
            </a:extLst>
          </p:cNvPr>
          <p:cNvSpPr>
            <a:spLocks noGrp="1"/>
          </p:cNvSpPr>
          <p:nvPr>
            <p:ph type="title"/>
          </p:nvPr>
        </p:nvSpPr>
        <p:spPr/>
        <p:txBody>
          <a:bodyPr/>
          <a:lstStyle/>
          <a:p>
            <a:r>
              <a:rPr lang="en-US" dirty="0"/>
              <a:t>Methodology - Agents </a:t>
            </a:r>
          </a:p>
        </p:txBody>
      </p:sp>
      <p:pic>
        <p:nvPicPr>
          <p:cNvPr id="10" name="Рисунок 9" descr="Изображение выглядит как зарисовка, искусство, шаблон, дизайн&#10;&#10;Контент, сгенерированный ИИ, может содержать ошибки.">
            <a:extLst>
              <a:ext uri="{FF2B5EF4-FFF2-40B4-BE49-F238E27FC236}">
                <a16:creationId xmlns:a16="http://schemas.microsoft.com/office/drawing/2014/main" id="{9C63F348-2789-441B-B443-24F04C90E35A}"/>
              </a:ext>
            </a:extLst>
          </p:cNvPr>
          <p:cNvPicPr>
            <a:picLocks noChangeAspect="1"/>
          </p:cNvPicPr>
          <p:nvPr/>
        </p:nvPicPr>
        <p:blipFill>
          <a:blip r:embed="rId2"/>
          <a:stretch>
            <a:fillRect/>
          </a:stretch>
        </p:blipFill>
        <p:spPr>
          <a:xfrm>
            <a:off x="4905241" y="718750"/>
            <a:ext cx="2954844" cy="3393614"/>
          </a:xfrm>
          <a:prstGeom prst="rect">
            <a:avLst/>
          </a:prstGeom>
        </p:spPr>
      </p:pic>
      <p:sp>
        <p:nvSpPr>
          <p:cNvPr id="15" name="TextBox 14">
            <a:extLst>
              <a:ext uri="{FF2B5EF4-FFF2-40B4-BE49-F238E27FC236}">
                <a16:creationId xmlns:a16="http://schemas.microsoft.com/office/drawing/2014/main" id="{69F2441E-8F17-4A32-A8DA-8950F1FCA273}"/>
              </a:ext>
            </a:extLst>
          </p:cNvPr>
          <p:cNvSpPr txBox="1"/>
          <p:nvPr/>
        </p:nvSpPr>
        <p:spPr>
          <a:xfrm>
            <a:off x="4197797" y="2639209"/>
            <a:ext cx="321686" cy="369332"/>
          </a:xfrm>
          <a:prstGeom prst="rect">
            <a:avLst/>
          </a:prstGeom>
          <a:noFill/>
        </p:spPr>
        <p:txBody>
          <a:bodyPr wrap="square">
            <a:spAutoFit/>
          </a:bodyPr>
          <a:lstStyle/>
          <a:p>
            <a:r>
              <a:rPr lang="en-US" dirty="0"/>
              <a:t>+</a:t>
            </a:r>
            <a:endParaRPr lang="ru-KZ" dirty="0"/>
          </a:p>
        </p:txBody>
      </p:sp>
      <p:pic>
        <p:nvPicPr>
          <p:cNvPr id="17" name="Рисунок 16" descr="Изображение выглядит как снимок экрана, Прямоугольник, прямоугольный, пиксель&#10;&#10;Контент, сгенерированный ИИ, может содержать ошибки.">
            <a:extLst>
              <a:ext uri="{FF2B5EF4-FFF2-40B4-BE49-F238E27FC236}">
                <a16:creationId xmlns:a16="http://schemas.microsoft.com/office/drawing/2014/main" id="{49151B60-C4A5-420B-B3F5-3C751435F57D}"/>
              </a:ext>
            </a:extLst>
          </p:cNvPr>
          <p:cNvPicPr>
            <a:picLocks noChangeAspect="1"/>
          </p:cNvPicPr>
          <p:nvPr/>
        </p:nvPicPr>
        <p:blipFill>
          <a:blip r:embed="rId3"/>
          <a:stretch>
            <a:fillRect/>
          </a:stretch>
        </p:blipFill>
        <p:spPr>
          <a:xfrm>
            <a:off x="3790106" y="1769600"/>
            <a:ext cx="929721" cy="845893"/>
          </a:xfrm>
          <a:prstGeom prst="rect">
            <a:avLst/>
          </a:prstGeom>
        </p:spPr>
      </p:pic>
      <p:sp>
        <p:nvSpPr>
          <p:cNvPr id="19" name="TextBox 18">
            <a:extLst>
              <a:ext uri="{FF2B5EF4-FFF2-40B4-BE49-F238E27FC236}">
                <a16:creationId xmlns:a16="http://schemas.microsoft.com/office/drawing/2014/main" id="{5A124F9B-282B-47F6-988F-41DADF90C8C8}"/>
              </a:ext>
            </a:extLst>
          </p:cNvPr>
          <p:cNvSpPr txBox="1"/>
          <p:nvPr/>
        </p:nvSpPr>
        <p:spPr>
          <a:xfrm>
            <a:off x="3828288" y="2904152"/>
            <a:ext cx="1060704" cy="461665"/>
          </a:xfrm>
          <a:prstGeom prst="rect">
            <a:avLst/>
          </a:prstGeom>
          <a:noFill/>
        </p:spPr>
        <p:txBody>
          <a:bodyPr wrap="square">
            <a:spAutoFit/>
          </a:bodyPr>
          <a:lstStyle/>
          <a:p>
            <a:pPr algn="ctr"/>
            <a:r>
              <a:rPr lang="en-US" sz="1200" dirty="0"/>
              <a:t>two internal </a:t>
            </a:r>
          </a:p>
          <a:p>
            <a:pPr algn="ctr"/>
            <a:r>
              <a:rPr lang="en-US" sz="1200" dirty="0"/>
              <a:t>variables</a:t>
            </a:r>
            <a:endParaRPr lang="ru-KZ" sz="1200" dirty="0"/>
          </a:p>
        </p:txBody>
      </p:sp>
      <p:sp>
        <p:nvSpPr>
          <p:cNvPr id="20" name="TextBox 19">
            <a:extLst>
              <a:ext uri="{FF2B5EF4-FFF2-40B4-BE49-F238E27FC236}">
                <a16:creationId xmlns:a16="http://schemas.microsoft.com/office/drawing/2014/main" id="{09EEBC3E-A23D-45FC-B6B5-FE795D8E32C6}"/>
              </a:ext>
            </a:extLst>
          </p:cNvPr>
          <p:cNvSpPr txBox="1"/>
          <p:nvPr/>
        </p:nvSpPr>
        <p:spPr>
          <a:xfrm>
            <a:off x="7880297" y="2261668"/>
            <a:ext cx="1060704" cy="461665"/>
          </a:xfrm>
          <a:prstGeom prst="rect">
            <a:avLst/>
          </a:prstGeom>
          <a:noFill/>
        </p:spPr>
        <p:txBody>
          <a:bodyPr wrap="square">
            <a:spAutoFit/>
          </a:bodyPr>
          <a:lstStyle/>
          <a:p>
            <a:pPr algn="ctr"/>
            <a:r>
              <a:rPr lang="en-US" sz="1200" dirty="0"/>
              <a:t>One of 8 directions</a:t>
            </a:r>
            <a:endParaRPr lang="ru-KZ" sz="1200" dirty="0"/>
          </a:p>
        </p:txBody>
      </p:sp>
      <p:sp>
        <p:nvSpPr>
          <p:cNvPr id="22" name="TextBox 21">
            <a:extLst>
              <a:ext uri="{FF2B5EF4-FFF2-40B4-BE49-F238E27FC236}">
                <a16:creationId xmlns:a16="http://schemas.microsoft.com/office/drawing/2014/main" id="{5A938C27-D28C-415E-850C-D030808D5489}"/>
              </a:ext>
            </a:extLst>
          </p:cNvPr>
          <p:cNvSpPr txBox="1"/>
          <p:nvPr/>
        </p:nvSpPr>
        <p:spPr>
          <a:xfrm>
            <a:off x="4719827" y="4159795"/>
            <a:ext cx="1267968" cy="307777"/>
          </a:xfrm>
          <a:prstGeom prst="rect">
            <a:avLst/>
          </a:prstGeom>
          <a:noFill/>
        </p:spPr>
        <p:txBody>
          <a:bodyPr wrap="square">
            <a:spAutoFit/>
          </a:bodyPr>
          <a:lstStyle/>
          <a:p>
            <a:r>
              <a:rPr lang="en-US" sz="1400" dirty="0"/>
              <a:t>27 neurons</a:t>
            </a:r>
            <a:endParaRPr lang="ru-KZ" sz="1400" dirty="0"/>
          </a:p>
        </p:txBody>
      </p:sp>
      <p:sp>
        <p:nvSpPr>
          <p:cNvPr id="24" name="TextBox 23">
            <a:extLst>
              <a:ext uri="{FF2B5EF4-FFF2-40B4-BE49-F238E27FC236}">
                <a16:creationId xmlns:a16="http://schemas.microsoft.com/office/drawing/2014/main" id="{68DBB891-E46A-4B99-B203-DD05BEEAA686}"/>
              </a:ext>
            </a:extLst>
          </p:cNvPr>
          <p:cNvSpPr txBox="1"/>
          <p:nvPr/>
        </p:nvSpPr>
        <p:spPr>
          <a:xfrm>
            <a:off x="5698420" y="3724827"/>
            <a:ext cx="1412749" cy="307777"/>
          </a:xfrm>
          <a:prstGeom prst="rect">
            <a:avLst/>
          </a:prstGeom>
          <a:noFill/>
        </p:spPr>
        <p:txBody>
          <a:bodyPr wrap="square">
            <a:spAutoFit/>
          </a:bodyPr>
          <a:lstStyle/>
          <a:p>
            <a:r>
              <a:rPr lang="en-US" sz="1400" dirty="0"/>
              <a:t>10 neurons each</a:t>
            </a:r>
            <a:endParaRPr lang="ru-KZ" sz="1400" dirty="0"/>
          </a:p>
        </p:txBody>
      </p:sp>
      <p:sp>
        <p:nvSpPr>
          <p:cNvPr id="25" name="TextBox 24">
            <a:extLst>
              <a:ext uri="{FF2B5EF4-FFF2-40B4-BE49-F238E27FC236}">
                <a16:creationId xmlns:a16="http://schemas.microsoft.com/office/drawing/2014/main" id="{9B661AC2-B5F8-401E-99DD-0B140B5BE5CE}"/>
              </a:ext>
            </a:extLst>
          </p:cNvPr>
          <p:cNvSpPr txBox="1"/>
          <p:nvPr/>
        </p:nvSpPr>
        <p:spPr>
          <a:xfrm>
            <a:off x="7111169" y="3365817"/>
            <a:ext cx="1107125" cy="307777"/>
          </a:xfrm>
          <a:prstGeom prst="rect">
            <a:avLst/>
          </a:prstGeom>
          <a:noFill/>
        </p:spPr>
        <p:txBody>
          <a:bodyPr wrap="square">
            <a:spAutoFit/>
          </a:bodyPr>
          <a:lstStyle/>
          <a:p>
            <a:r>
              <a:rPr lang="en-US" sz="1400" dirty="0"/>
              <a:t>8 neurons</a:t>
            </a:r>
            <a:endParaRPr lang="ru-KZ" sz="1400" dirty="0"/>
          </a:p>
        </p:txBody>
      </p:sp>
    </p:spTree>
    <p:extLst>
      <p:ext uri="{BB962C8B-B14F-4D97-AF65-F5344CB8AC3E}">
        <p14:creationId xmlns:p14="http://schemas.microsoft.com/office/powerpoint/2010/main" val="29870886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14E9C-539A-5713-B06A-30D0E0EDADA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3F10DCA-6D83-28AB-929A-0EE633231C3C}"/>
              </a:ext>
            </a:extLst>
          </p:cNvPr>
          <p:cNvSpPr>
            <a:spLocks noGrp="1"/>
          </p:cNvSpPr>
          <p:nvPr>
            <p:ph type="body" sz="quarter" idx="13"/>
          </p:nvPr>
        </p:nvSpPr>
        <p:spPr>
          <a:xfrm>
            <a:off x="361537" y="1518664"/>
            <a:ext cx="3357023" cy="1578104"/>
          </a:xfrm>
        </p:spPr>
        <p:txBody>
          <a:bodyPr/>
          <a:lstStyle/>
          <a:p>
            <a:r>
              <a:rPr lang="en-US" dirty="0"/>
              <a:t>Fitness function is the value of age</a:t>
            </a:r>
          </a:p>
          <a:p>
            <a:r>
              <a:rPr lang="en-US" dirty="0"/>
              <a:t>The proportional-fitness selection method is used</a:t>
            </a:r>
          </a:p>
          <a:p>
            <a:r>
              <a:rPr lang="en-US" dirty="0"/>
              <a:t>Uniform Crossover method is used</a:t>
            </a:r>
          </a:p>
          <a:p>
            <a:endParaRPr lang="en-US" dirty="0"/>
          </a:p>
        </p:txBody>
      </p:sp>
      <p:sp>
        <p:nvSpPr>
          <p:cNvPr id="3" name="Slide Number Placeholder 2">
            <a:extLst>
              <a:ext uri="{FF2B5EF4-FFF2-40B4-BE49-F238E27FC236}">
                <a16:creationId xmlns:a16="http://schemas.microsoft.com/office/drawing/2014/main" id="{8E250A53-98EC-D26A-9665-62CC498901CB}"/>
              </a:ext>
            </a:extLst>
          </p:cNvPr>
          <p:cNvSpPr>
            <a:spLocks noGrp="1"/>
          </p:cNvSpPr>
          <p:nvPr>
            <p:ph type="sldNum" sz="quarter" idx="14"/>
          </p:nvPr>
        </p:nvSpPr>
        <p:spPr/>
        <p:txBody>
          <a:bodyPr/>
          <a:lstStyle/>
          <a:p>
            <a:fld id="{3DD97BEB-BAEF-0344-9D5C-EC73E478698A}" type="slidenum">
              <a:rPr lang="en-US" smtClean="0"/>
              <a:pPr/>
              <a:t>8</a:t>
            </a:fld>
            <a:endParaRPr lang="en-US"/>
          </a:p>
        </p:txBody>
      </p:sp>
      <p:sp>
        <p:nvSpPr>
          <p:cNvPr id="4" name="Title 3">
            <a:extLst>
              <a:ext uri="{FF2B5EF4-FFF2-40B4-BE49-F238E27FC236}">
                <a16:creationId xmlns:a16="http://schemas.microsoft.com/office/drawing/2014/main" id="{CA603112-1F8C-9F59-47F3-8B9F3DCDD314}"/>
              </a:ext>
            </a:extLst>
          </p:cNvPr>
          <p:cNvSpPr>
            <a:spLocks noGrp="1"/>
          </p:cNvSpPr>
          <p:nvPr>
            <p:ph type="title"/>
          </p:nvPr>
        </p:nvSpPr>
        <p:spPr/>
        <p:txBody>
          <a:bodyPr/>
          <a:lstStyle/>
          <a:p>
            <a:r>
              <a:rPr lang="en-US" dirty="0"/>
              <a:t>Methodology - Genetic Algorithm </a:t>
            </a:r>
          </a:p>
        </p:txBody>
      </p:sp>
      <p:pic>
        <p:nvPicPr>
          <p:cNvPr id="6" name="Рисунок 5" descr="Изображение выглядит как текст, диаграмма, снимок экрана, линия&#10;&#10;Контент, сгенерированный ИИ, может содержать ошибки.">
            <a:extLst>
              <a:ext uri="{FF2B5EF4-FFF2-40B4-BE49-F238E27FC236}">
                <a16:creationId xmlns:a16="http://schemas.microsoft.com/office/drawing/2014/main" id="{0D921087-364D-498E-AFD7-6B9E05874460}"/>
              </a:ext>
            </a:extLst>
          </p:cNvPr>
          <p:cNvPicPr>
            <a:picLocks noChangeAspect="1"/>
          </p:cNvPicPr>
          <p:nvPr/>
        </p:nvPicPr>
        <p:blipFill>
          <a:blip r:embed="rId2"/>
          <a:stretch>
            <a:fillRect/>
          </a:stretch>
        </p:blipFill>
        <p:spPr>
          <a:xfrm>
            <a:off x="4572000" y="1340874"/>
            <a:ext cx="3566160" cy="2292531"/>
          </a:xfrm>
          <a:prstGeom prst="rect">
            <a:avLst/>
          </a:prstGeom>
        </p:spPr>
      </p:pic>
    </p:spTree>
    <p:extLst>
      <p:ext uri="{BB962C8B-B14F-4D97-AF65-F5344CB8AC3E}">
        <p14:creationId xmlns:p14="http://schemas.microsoft.com/office/powerpoint/2010/main" val="4037029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611B2-BCC6-3920-7AF1-1D6AF870DF0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72296EB-74F4-AA7A-AD12-599BE867509D}"/>
              </a:ext>
            </a:extLst>
          </p:cNvPr>
          <p:cNvSpPr>
            <a:spLocks noGrp="1"/>
          </p:cNvSpPr>
          <p:nvPr>
            <p:ph type="body" sz="quarter" idx="13"/>
          </p:nvPr>
        </p:nvSpPr>
        <p:spPr>
          <a:xfrm>
            <a:off x="282289" y="1105786"/>
            <a:ext cx="4098325" cy="3226160"/>
          </a:xfrm>
        </p:spPr>
        <p:txBody>
          <a:bodyPr>
            <a:normAutofit lnSpcReduction="10000"/>
          </a:bodyPr>
          <a:lstStyle/>
          <a:p>
            <a:r>
              <a:rPr lang="en-US" b="1" dirty="0"/>
              <a:t>Hypothesis 1:</a:t>
            </a:r>
          </a:p>
          <a:p>
            <a:pPr marL="0" indent="0">
              <a:buNone/>
            </a:pPr>
            <a:r>
              <a:rPr lang="en-US" dirty="0"/>
              <a:t>Increasing the number of agents leads to stronger natural selection pressures and promotes the development of more aggressive behavior.</a:t>
            </a:r>
            <a:endParaRPr lang="en-US" b="1" dirty="0"/>
          </a:p>
          <a:p>
            <a:r>
              <a:rPr lang="en-US" b="1" dirty="0"/>
              <a:t>Hypothesis 2:</a:t>
            </a:r>
          </a:p>
          <a:p>
            <a:pPr marL="0" indent="0">
              <a:buNone/>
            </a:pPr>
            <a:r>
              <a:rPr lang="en-US" dirty="0"/>
              <a:t>Increasing the number of agents leads to stronger natural selection pressures and favors faster adaptation of agents.</a:t>
            </a:r>
          </a:p>
          <a:p>
            <a:pPr marL="0" indent="0">
              <a:buNone/>
            </a:pPr>
            <a:endParaRPr lang="en-US" dirty="0"/>
          </a:p>
          <a:p>
            <a:pPr marL="0" indent="0">
              <a:buNone/>
            </a:pPr>
            <a:r>
              <a:rPr lang="en-US" dirty="0"/>
              <a:t>Runs: control, low competition(10 agents), high competition(80 agents)</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3" name="Slide Number Placeholder 2">
            <a:extLst>
              <a:ext uri="{FF2B5EF4-FFF2-40B4-BE49-F238E27FC236}">
                <a16:creationId xmlns:a16="http://schemas.microsoft.com/office/drawing/2014/main" id="{7375EC04-B1A5-7198-EEFE-AE03C80E98D1}"/>
              </a:ext>
            </a:extLst>
          </p:cNvPr>
          <p:cNvSpPr>
            <a:spLocks noGrp="1"/>
          </p:cNvSpPr>
          <p:nvPr>
            <p:ph type="sldNum" sz="quarter" idx="14"/>
          </p:nvPr>
        </p:nvSpPr>
        <p:spPr/>
        <p:txBody>
          <a:bodyPr/>
          <a:lstStyle/>
          <a:p>
            <a:fld id="{3DD97BEB-BAEF-0344-9D5C-EC73E478698A}" type="slidenum">
              <a:rPr lang="en-US" smtClean="0"/>
              <a:pPr/>
              <a:t>9</a:t>
            </a:fld>
            <a:endParaRPr lang="en-US"/>
          </a:p>
        </p:txBody>
      </p:sp>
      <p:sp>
        <p:nvSpPr>
          <p:cNvPr id="4" name="Title 3">
            <a:extLst>
              <a:ext uri="{FF2B5EF4-FFF2-40B4-BE49-F238E27FC236}">
                <a16:creationId xmlns:a16="http://schemas.microsoft.com/office/drawing/2014/main" id="{953C567A-BDF4-D0F2-3827-AB9D81BDC96D}"/>
              </a:ext>
            </a:extLst>
          </p:cNvPr>
          <p:cNvSpPr>
            <a:spLocks noGrp="1"/>
          </p:cNvSpPr>
          <p:nvPr>
            <p:ph type="title"/>
          </p:nvPr>
        </p:nvSpPr>
        <p:spPr/>
        <p:txBody>
          <a:bodyPr/>
          <a:lstStyle/>
          <a:p>
            <a:r>
              <a:rPr lang="en-US" dirty="0"/>
              <a:t>Experimental setup</a:t>
            </a:r>
          </a:p>
        </p:txBody>
      </p:sp>
      <p:graphicFrame>
        <p:nvGraphicFramePr>
          <p:cNvPr id="5" name="Таблица 5">
            <a:extLst>
              <a:ext uri="{FF2B5EF4-FFF2-40B4-BE49-F238E27FC236}">
                <a16:creationId xmlns:a16="http://schemas.microsoft.com/office/drawing/2014/main" id="{90783275-A24C-4E9B-B3C7-3EF28D8A8E96}"/>
              </a:ext>
            </a:extLst>
          </p:cNvPr>
          <p:cNvGraphicFramePr>
            <a:graphicFrameLocks noGrp="1"/>
          </p:cNvGraphicFramePr>
          <p:nvPr>
            <p:extLst>
              <p:ext uri="{D42A27DB-BD31-4B8C-83A1-F6EECF244321}">
                <p14:modId xmlns:p14="http://schemas.microsoft.com/office/powerpoint/2010/main" val="698308003"/>
              </p:ext>
            </p:extLst>
          </p:nvPr>
        </p:nvGraphicFramePr>
        <p:xfrm>
          <a:off x="5068187" y="1162493"/>
          <a:ext cx="3473302" cy="2990908"/>
        </p:xfrm>
        <a:graphic>
          <a:graphicData uri="http://schemas.openxmlformats.org/drawingml/2006/table">
            <a:tbl>
              <a:tblPr firstRow="1" bandRow="1">
                <a:tableStyleId>{5940675A-B579-460E-94D1-54222C63F5DA}</a:tableStyleId>
              </a:tblPr>
              <a:tblGrid>
                <a:gridCol w="1736651">
                  <a:extLst>
                    <a:ext uri="{9D8B030D-6E8A-4147-A177-3AD203B41FA5}">
                      <a16:colId xmlns:a16="http://schemas.microsoft.com/office/drawing/2014/main" val="3508448104"/>
                    </a:ext>
                  </a:extLst>
                </a:gridCol>
                <a:gridCol w="1736651">
                  <a:extLst>
                    <a:ext uri="{9D8B030D-6E8A-4147-A177-3AD203B41FA5}">
                      <a16:colId xmlns:a16="http://schemas.microsoft.com/office/drawing/2014/main" val="506203995"/>
                    </a:ext>
                  </a:extLst>
                </a:gridCol>
              </a:tblGrid>
              <a:tr h="343296">
                <a:tc>
                  <a:txBody>
                    <a:bodyPr/>
                    <a:lstStyle/>
                    <a:p>
                      <a:pPr algn="ctr"/>
                      <a:r>
                        <a:rPr lang="en-US" b="1" dirty="0"/>
                        <a:t>Parameter</a:t>
                      </a:r>
                      <a:endParaRPr lang="ru-KZ" b="1" dirty="0"/>
                    </a:p>
                  </a:txBody>
                  <a:tcPr anchor="ctr"/>
                </a:tc>
                <a:tc>
                  <a:txBody>
                    <a:bodyPr/>
                    <a:lstStyle/>
                    <a:p>
                      <a:pPr algn="ctr"/>
                      <a:r>
                        <a:rPr lang="en-US" b="1" dirty="0"/>
                        <a:t>Value</a:t>
                      </a:r>
                      <a:endParaRPr lang="ru-KZ" b="1" dirty="0"/>
                    </a:p>
                  </a:txBody>
                  <a:tcPr anchor="ctr"/>
                </a:tc>
                <a:extLst>
                  <a:ext uri="{0D108BD9-81ED-4DB2-BD59-A6C34878D82A}">
                    <a16:rowId xmlns:a16="http://schemas.microsoft.com/office/drawing/2014/main" val="3072812734"/>
                  </a:ext>
                </a:extLst>
              </a:tr>
              <a:tr h="343296">
                <a:tc>
                  <a:txBody>
                    <a:bodyPr/>
                    <a:lstStyle/>
                    <a:p>
                      <a:r>
                        <a:rPr lang="en-US" sz="1100"/>
                        <a:t>Population size</a:t>
                      </a:r>
                      <a:endParaRPr lang="ru-KZ" sz="1100"/>
                    </a:p>
                  </a:txBody>
                  <a:tcPr anchor="ctr"/>
                </a:tc>
                <a:tc>
                  <a:txBody>
                    <a:bodyPr/>
                    <a:lstStyle/>
                    <a:p>
                      <a:r>
                        <a:rPr lang="en-US" sz="1100" dirty="0"/>
                        <a:t>40 agents</a:t>
                      </a:r>
                      <a:endParaRPr lang="ru-KZ" sz="1100" dirty="0"/>
                    </a:p>
                  </a:txBody>
                  <a:tcPr anchor="ctr"/>
                </a:tc>
                <a:extLst>
                  <a:ext uri="{0D108BD9-81ED-4DB2-BD59-A6C34878D82A}">
                    <a16:rowId xmlns:a16="http://schemas.microsoft.com/office/drawing/2014/main" val="712746895"/>
                  </a:ext>
                </a:extLst>
              </a:tr>
              <a:tr h="343296">
                <a:tc>
                  <a:txBody>
                    <a:bodyPr/>
                    <a:lstStyle/>
                    <a:p>
                      <a:r>
                        <a:rPr lang="en-US" sz="1100" dirty="0"/>
                        <a:t>Grid size</a:t>
                      </a:r>
                      <a:endParaRPr lang="ru-KZ" sz="1100" dirty="0"/>
                    </a:p>
                  </a:txBody>
                  <a:tcPr anchor="ctr"/>
                </a:tc>
                <a:tc>
                  <a:txBody>
                    <a:bodyPr/>
                    <a:lstStyle/>
                    <a:p>
                      <a:r>
                        <a:rPr lang="en-US" sz="1100" dirty="0"/>
                        <a:t>30 × 30 cells</a:t>
                      </a:r>
                      <a:endParaRPr lang="ru-KZ" sz="1100" dirty="0"/>
                    </a:p>
                  </a:txBody>
                  <a:tcPr anchor="ctr"/>
                </a:tc>
                <a:extLst>
                  <a:ext uri="{0D108BD9-81ED-4DB2-BD59-A6C34878D82A}">
                    <a16:rowId xmlns:a16="http://schemas.microsoft.com/office/drawing/2014/main" val="1960629632"/>
                  </a:ext>
                </a:extLst>
              </a:tr>
              <a:tr h="465566">
                <a:tc>
                  <a:txBody>
                    <a:bodyPr/>
                    <a:lstStyle/>
                    <a:p>
                      <a:r>
                        <a:rPr lang="en-US" sz="1100" dirty="0"/>
                        <a:t>Maximum food on the map</a:t>
                      </a:r>
                      <a:endParaRPr lang="ru-KZ" sz="1100" dirty="0"/>
                    </a:p>
                  </a:txBody>
                  <a:tcPr anchor="ctr"/>
                </a:tc>
                <a:tc>
                  <a:txBody>
                    <a:bodyPr/>
                    <a:lstStyle/>
                    <a:p>
                      <a:r>
                        <a:rPr lang="en-US" sz="1100" dirty="0"/>
                        <a:t>180 units</a:t>
                      </a:r>
                      <a:endParaRPr lang="ru-KZ" sz="1100" dirty="0"/>
                    </a:p>
                  </a:txBody>
                  <a:tcPr anchor="ctr"/>
                </a:tc>
                <a:extLst>
                  <a:ext uri="{0D108BD9-81ED-4DB2-BD59-A6C34878D82A}">
                    <a16:rowId xmlns:a16="http://schemas.microsoft.com/office/drawing/2014/main" val="3048956451"/>
                  </a:ext>
                </a:extLst>
              </a:tr>
              <a:tr h="465566">
                <a:tc>
                  <a:txBody>
                    <a:bodyPr/>
                    <a:lstStyle/>
                    <a:p>
                      <a:r>
                        <a:rPr lang="en-US" sz="1100" dirty="0"/>
                        <a:t>Maximum new food per iteration</a:t>
                      </a:r>
                      <a:endParaRPr lang="ru-KZ" sz="1100" dirty="0"/>
                    </a:p>
                  </a:txBody>
                  <a:tcPr anchor="ctr"/>
                </a:tc>
                <a:tc>
                  <a:txBody>
                    <a:bodyPr/>
                    <a:lstStyle/>
                    <a:p>
                      <a:r>
                        <a:rPr lang="en-US" sz="1100" dirty="0"/>
                        <a:t>10 units</a:t>
                      </a:r>
                      <a:endParaRPr lang="ru-KZ" sz="1100" dirty="0"/>
                    </a:p>
                  </a:txBody>
                  <a:tcPr anchor="ctr"/>
                </a:tc>
                <a:extLst>
                  <a:ext uri="{0D108BD9-81ED-4DB2-BD59-A6C34878D82A}">
                    <a16:rowId xmlns:a16="http://schemas.microsoft.com/office/drawing/2014/main" val="3780720593"/>
                  </a:ext>
                </a:extLst>
              </a:tr>
              <a:tr h="343296">
                <a:tc>
                  <a:txBody>
                    <a:bodyPr/>
                    <a:lstStyle/>
                    <a:p>
                      <a:r>
                        <a:rPr lang="en-US" sz="1100" dirty="0"/>
                        <a:t>Food energy value</a:t>
                      </a:r>
                      <a:endParaRPr lang="ru-KZ" sz="1100" dirty="0"/>
                    </a:p>
                  </a:txBody>
                  <a:tcPr anchor="ctr"/>
                </a:tc>
                <a:tc>
                  <a:txBody>
                    <a:bodyPr/>
                    <a:lstStyle/>
                    <a:p>
                      <a:r>
                        <a:rPr lang="en-US" sz="1100" dirty="0"/>
                        <a:t>30 energy points</a:t>
                      </a:r>
                      <a:endParaRPr lang="ru-KZ" sz="1100" dirty="0"/>
                    </a:p>
                  </a:txBody>
                  <a:tcPr anchor="ctr"/>
                </a:tc>
                <a:extLst>
                  <a:ext uri="{0D108BD9-81ED-4DB2-BD59-A6C34878D82A}">
                    <a16:rowId xmlns:a16="http://schemas.microsoft.com/office/drawing/2014/main" val="3647373768"/>
                  </a:ext>
                </a:extLst>
              </a:tr>
              <a:tr h="343296">
                <a:tc>
                  <a:txBody>
                    <a:bodyPr/>
                    <a:lstStyle/>
                    <a:p>
                      <a:r>
                        <a:rPr lang="en-US" sz="1100" dirty="0"/>
                        <a:t>Initial agent energy</a:t>
                      </a:r>
                      <a:endParaRPr lang="ru-KZ" sz="1100" dirty="0"/>
                    </a:p>
                  </a:txBody>
                  <a:tcPr anchor="ctr"/>
                </a:tc>
                <a:tc>
                  <a:txBody>
                    <a:bodyPr/>
                    <a:lstStyle/>
                    <a:p>
                      <a:r>
                        <a:rPr lang="en-US" sz="1100" dirty="0"/>
                        <a:t>30 energy points</a:t>
                      </a:r>
                      <a:endParaRPr lang="ru-KZ" sz="1100" dirty="0"/>
                    </a:p>
                  </a:txBody>
                  <a:tcPr anchor="ctr"/>
                </a:tc>
                <a:extLst>
                  <a:ext uri="{0D108BD9-81ED-4DB2-BD59-A6C34878D82A}">
                    <a16:rowId xmlns:a16="http://schemas.microsoft.com/office/drawing/2014/main" val="2227485133"/>
                  </a:ext>
                </a:extLst>
              </a:tr>
              <a:tr h="343296">
                <a:tc>
                  <a:txBody>
                    <a:bodyPr/>
                    <a:lstStyle/>
                    <a:p>
                      <a:r>
                        <a:rPr lang="en-US" sz="1100" dirty="0"/>
                        <a:t>Mutation probability</a:t>
                      </a:r>
                      <a:endParaRPr lang="ru-KZ" sz="1100" dirty="0"/>
                    </a:p>
                  </a:txBody>
                  <a:tcPr anchor="ctr"/>
                </a:tc>
                <a:tc>
                  <a:txBody>
                    <a:bodyPr/>
                    <a:lstStyle/>
                    <a:p>
                      <a:r>
                        <a:rPr lang="ru-KZ" sz="1100" dirty="0"/>
                        <a:t>1%</a:t>
                      </a:r>
                    </a:p>
                  </a:txBody>
                  <a:tcPr anchor="ctr"/>
                </a:tc>
                <a:extLst>
                  <a:ext uri="{0D108BD9-81ED-4DB2-BD59-A6C34878D82A}">
                    <a16:rowId xmlns:a16="http://schemas.microsoft.com/office/drawing/2014/main" val="3578158219"/>
                  </a:ext>
                </a:extLst>
              </a:tr>
            </a:tbl>
          </a:graphicData>
        </a:graphic>
      </p:graphicFrame>
      <p:sp>
        <p:nvSpPr>
          <p:cNvPr id="7" name="TextBox 6">
            <a:extLst>
              <a:ext uri="{FF2B5EF4-FFF2-40B4-BE49-F238E27FC236}">
                <a16:creationId xmlns:a16="http://schemas.microsoft.com/office/drawing/2014/main" id="{4EE076EE-539E-427B-AD43-EC83C24478E0}"/>
              </a:ext>
            </a:extLst>
          </p:cNvPr>
          <p:cNvSpPr txBox="1"/>
          <p:nvPr/>
        </p:nvSpPr>
        <p:spPr>
          <a:xfrm>
            <a:off x="5711457" y="767232"/>
            <a:ext cx="2569534" cy="338554"/>
          </a:xfrm>
          <a:prstGeom prst="rect">
            <a:avLst/>
          </a:prstGeom>
          <a:noFill/>
        </p:spPr>
        <p:txBody>
          <a:bodyPr wrap="square">
            <a:spAutoFit/>
          </a:bodyPr>
          <a:lstStyle/>
          <a:p>
            <a:pPr marL="0" indent="0">
              <a:buNone/>
            </a:pPr>
            <a:r>
              <a:rPr lang="en-US" sz="1600" b="1" dirty="0"/>
              <a:t>Control run parameters</a:t>
            </a:r>
          </a:p>
        </p:txBody>
      </p:sp>
    </p:spTree>
    <p:extLst>
      <p:ext uri="{BB962C8B-B14F-4D97-AF65-F5344CB8AC3E}">
        <p14:creationId xmlns:p14="http://schemas.microsoft.com/office/powerpoint/2010/main" val="13638497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1ACB4-17BD-117E-802A-041DB3A8665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B6D27F2-3975-6866-671B-1FDDC7D4DA51}"/>
              </a:ext>
            </a:extLst>
          </p:cNvPr>
          <p:cNvSpPr>
            <a:spLocks noGrp="1"/>
          </p:cNvSpPr>
          <p:nvPr>
            <p:ph type="body" sz="quarter" idx="13"/>
          </p:nvPr>
        </p:nvSpPr>
        <p:spPr>
          <a:xfrm>
            <a:off x="1413494" y="3331403"/>
            <a:ext cx="6039263" cy="911777"/>
          </a:xfrm>
        </p:spPr>
        <p:txBody>
          <a:bodyPr>
            <a:normAutofit lnSpcReduction="10000"/>
          </a:bodyPr>
          <a:lstStyle/>
          <a:p>
            <a:r>
              <a:rPr lang="en-US" sz="1600" dirty="0"/>
              <a:t>The average fitness value among all generations is 803. </a:t>
            </a:r>
          </a:p>
          <a:p>
            <a:r>
              <a:rPr lang="en-US" sz="1600" dirty="0"/>
              <a:t>The maximum value is 7381. </a:t>
            </a:r>
          </a:p>
          <a:p>
            <a:r>
              <a:rPr lang="en-US" sz="1600" dirty="0"/>
              <a:t>The percentage of violent deaths among all generations is 77%.</a:t>
            </a:r>
          </a:p>
        </p:txBody>
      </p:sp>
      <p:sp>
        <p:nvSpPr>
          <p:cNvPr id="3" name="Slide Number Placeholder 2">
            <a:extLst>
              <a:ext uri="{FF2B5EF4-FFF2-40B4-BE49-F238E27FC236}">
                <a16:creationId xmlns:a16="http://schemas.microsoft.com/office/drawing/2014/main" id="{8FF67647-380A-4536-21A7-40770C5351B8}"/>
              </a:ext>
            </a:extLst>
          </p:cNvPr>
          <p:cNvSpPr>
            <a:spLocks noGrp="1"/>
          </p:cNvSpPr>
          <p:nvPr>
            <p:ph type="sldNum" sz="quarter" idx="14"/>
          </p:nvPr>
        </p:nvSpPr>
        <p:spPr/>
        <p:txBody>
          <a:bodyPr/>
          <a:lstStyle/>
          <a:p>
            <a:fld id="{3DD97BEB-BAEF-0344-9D5C-EC73E478698A}" type="slidenum">
              <a:rPr lang="en-US" smtClean="0"/>
              <a:pPr/>
              <a:t>10</a:t>
            </a:fld>
            <a:endParaRPr lang="en-US"/>
          </a:p>
        </p:txBody>
      </p:sp>
      <p:sp>
        <p:nvSpPr>
          <p:cNvPr id="4" name="Title 3">
            <a:extLst>
              <a:ext uri="{FF2B5EF4-FFF2-40B4-BE49-F238E27FC236}">
                <a16:creationId xmlns:a16="http://schemas.microsoft.com/office/drawing/2014/main" id="{B00567CF-EDE0-4209-E622-8C77DCB5F1D2}"/>
              </a:ext>
            </a:extLst>
          </p:cNvPr>
          <p:cNvSpPr>
            <a:spLocks noGrp="1"/>
          </p:cNvSpPr>
          <p:nvPr>
            <p:ph type="title"/>
          </p:nvPr>
        </p:nvSpPr>
        <p:spPr/>
        <p:txBody>
          <a:bodyPr/>
          <a:lstStyle/>
          <a:p>
            <a:r>
              <a:rPr lang="en-US" dirty="0"/>
              <a:t>Results – Control run  </a:t>
            </a:r>
          </a:p>
        </p:txBody>
      </p:sp>
      <p:pic>
        <p:nvPicPr>
          <p:cNvPr id="5" name="image7.png">
            <a:extLst>
              <a:ext uri="{FF2B5EF4-FFF2-40B4-BE49-F238E27FC236}">
                <a16:creationId xmlns:a16="http://schemas.microsoft.com/office/drawing/2014/main" id="{F4F55E8B-AB3D-4B39-AAC0-7636A2E5C0E2}"/>
              </a:ext>
            </a:extLst>
          </p:cNvPr>
          <p:cNvPicPr/>
          <p:nvPr/>
        </p:nvPicPr>
        <p:blipFill>
          <a:blip r:embed="rId2"/>
          <a:srcRect/>
          <a:stretch>
            <a:fillRect/>
          </a:stretch>
        </p:blipFill>
        <p:spPr>
          <a:xfrm>
            <a:off x="475351" y="881570"/>
            <a:ext cx="4096649" cy="2198773"/>
          </a:xfrm>
          <a:prstGeom prst="rect">
            <a:avLst/>
          </a:prstGeom>
          <a:ln/>
        </p:spPr>
      </p:pic>
      <p:pic>
        <p:nvPicPr>
          <p:cNvPr id="6" name="image3.png">
            <a:extLst>
              <a:ext uri="{FF2B5EF4-FFF2-40B4-BE49-F238E27FC236}">
                <a16:creationId xmlns:a16="http://schemas.microsoft.com/office/drawing/2014/main" id="{7FB550BA-BA9E-4AB5-89C9-E5DAF0F00D60}"/>
              </a:ext>
            </a:extLst>
          </p:cNvPr>
          <p:cNvPicPr/>
          <p:nvPr/>
        </p:nvPicPr>
        <p:blipFill>
          <a:blip r:embed="rId3"/>
          <a:srcRect/>
          <a:stretch>
            <a:fillRect/>
          </a:stretch>
        </p:blipFill>
        <p:spPr>
          <a:xfrm>
            <a:off x="4686235" y="922379"/>
            <a:ext cx="4021086" cy="2106932"/>
          </a:xfrm>
          <a:prstGeom prst="rect">
            <a:avLst/>
          </a:prstGeom>
          <a:ln/>
        </p:spPr>
      </p:pic>
    </p:spTree>
    <p:extLst>
      <p:ext uri="{BB962C8B-B14F-4D97-AF65-F5344CB8AC3E}">
        <p14:creationId xmlns:p14="http://schemas.microsoft.com/office/powerpoint/2010/main" val="942724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1ACB4-17BD-117E-802A-041DB3A8665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B6D27F2-3975-6866-671B-1FDDC7D4DA51}"/>
              </a:ext>
            </a:extLst>
          </p:cNvPr>
          <p:cNvSpPr>
            <a:spLocks noGrp="1"/>
          </p:cNvSpPr>
          <p:nvPr>
            <p:ph type="body" sz="quarter" idx="13"/>
          </p:nvPr>
        </p:nvSpPr>
        <p:spPr>
          <a:xfrm>
            <a:off x="1514460" y="3439333"/>
            <a:ext cx="6520847" cy="952796"/>
          </a:xfrm>
        </p:spPr>
        <p:txBody>
          <a:bodyPr>
            <a:normAutofit lnSpcReduction="10000"/>
          </a:bodyPr>
          <a:lstStyle/>
          <a:p>
            <a:r>
              <a:rPr lang="en-US" sz="1600" dirty="0"/>
              <a:t>The average fitness value among all generations is 259. </a:t>
            </a:r>
          </a:p>
          <a:p>
            <a:r>
              <a:rPr lang="en-US" sz="1600" dirty="0"/>
              <a:t>The maximum value is 1069. </a:t>
            </a:r>
          </a:p>
          <a:p>
            <a:r>
              <a:rPr lang="en-US" sz="1600" dirty="0"/>
              <a:t>The percentage of violent deaths is 46%</a:t>
            </a:r>
          </a:p>
        </p:txBody>
      </p:sp>
      <p:sp>
        <p:nvSpPr>
          <p:cNvPr id="3" name="Slide Number Placeholder 2">
            <a:extLst>
              <a:ext uri="{FF2B5EF4-FFF2-40B4-BE49-F238E27FC236}">
                <a16:creationId xmlns:a16="http://schemas.microsoft.com/office/drawing/2014/main" id="{8FF67647-380A-4536-21A7-40770C5351B8}"/>
              </a:ext>
            </a:extLst>
          </p:cNvPr>
          <p:cNvSpPr>
            <a:spLocks noGrp="1"/>
          </p:cNvSpPr>
          <p:nvPr>
            <p:ph type="sldNum" sz="quarter" idx="14"/>
          </p:nvPr>
        </p:nvSpPr>
        <p:spPr/>
        <p:txBody>
          <a:bodyPr/>
          <a:lstStyle/>
          <a:p>
            <a:fld id="{3DD97BEB-BAEF-0344-9D5C-EC73E478698A}" type="slidenum">
              <a:rPr lang="en-US" smtClean="0"/>
              <a:pPr/>
              <a:t>11</a:t>
            </a:fld>
            <a:endParaRPr lang="en-US"/>
          </a:p>
        </p:txBody>
      </p:sp>
      <p:sp>
        <p:nvSpPr>
          <p:cNvPr id="4" name="Title 3">
            <a:extLst>
              <a:ext uri="{FF2B5EF4-FFF2-40B4-BE49-F238E27FC236}">
                <a16:creationId xmlns:a16="http://schemas.microsoft.com/office/drawing/2014/main" id="{B00567CF-EDE0-4209-E622-8C77DCB5F1D2}"/>
              </a:ext>
            </a:extLst>
          </p:cNvPr>
          <p:cNvSpPr>
            <a:spLocks noGrp="1"/>
          </p:cNvSpPr>
          <p:nvPr>
            <p:ph type="title"/>
          </p:nvPr>
        </p:nvSpPr>
        <p:spPr/>
        <p:txBody>
          <a:bodyPr/>
          <a:lstStyle/>
          <a:p>
            <a:r>
              <a:rPr lang="en-US" dirty="0"/>
              <a:t>Results – Low competition</a:t>
            </a:r>
          </a:p>
        </p:txBody>
      </p:sp>
      <p:pic>
        <p:nvPicPr>
          <p:cNvPr id="5" name="image5.png">
            <a:extLst>
              <a:ext uri="{FF2B5EF4-FFF2-40B4-BE49-F238E27FC236}">
                <a16:creationId xmlns:a16="http://schemas.microsoft.com/office/drawing/2014/main" id="{BD5E0CA9-A4B4-42A4-8101-1E8BD5708AFA}"/>
              </a:ext>
            </a:extLst>
          </p:cNvPr>
          <p:cNvPicPr/>
          <p:nvPr/>
        </p:nvPicPr>
        <p:blipFill>
          <a:blip r:embed="rId2"/>
          <a:srcRect/>
          <a:stretch>
            <a:fillRect/>
          </a:stretch>
        </p:blipFill>
        <p:spPr>
          <a:xfrm>
            <a:off x="355442" y="969588"/>
            <a:ext cx="4077379" cy="2207830"/>
          </a:xfrm>
          <a:prstGeom prst="rect">
            <a:avLst/>
          </a:prstGeom>
          <a:ln/>
        </p:spPr>
      </p:pic>
      <p:pic>
        <p:nvPicPr>
          <p:cNvPr id="6" name="image4.png">
            <a:extLst>
              <a:ext uri="{FF2B5EF4-FFF2-40B4-BE49-F238E27FC236}">
                <a16:creationId xmlns:a16="http://schemas.microsoft.com/office/drawing/2014/main" id="{D1AE6E88-42C8-4B27-9A57-8B09DCB66E80}"/>
              </a:ext>
            </a:extLst>
          </p:cNvPr>
          <p:cNvPicPr/>
          <p:nvPr/>
        </p:nvPicPr>
        <p:blipFill>
          <a:blip r:embed="rId3"/>
          <a:srcRect/>
          <a:stretch>
            <a:fillRect/>
          </a:stretch>
        </p:blipFill>
        <p:spPr>
          <a:xfrm>
            <a:off x="4572000" y="992902"/>
            <a:ext cx="4187952" cy="2184516"/>
          </a:xfrm>
          <a:prstGeom prst="rect">
            <a:avLst/>
          </a:prstGeom>
          <a:ln/>
        </p:spPr>
      </p:pic>
    </p:spTree>
    <p:extLst>
      <p:ext uri="{BB962C8B-B14F-4D97-AF65-F5344CB8AC3E}">
        <p14:creationId xmlns:p14="http://schemas.microsoft.com/office/powerpoint/2010/main" val="28961842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1ACB4-17BD-117E-802A-041DB3A8665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B6D27F2-3975-6866-671B-1FDDC7D4DA51}"/>
              </a:ext>
            </a:extLst>
          </p:cNvPr>
          <p:cNvSpPr>
            <a:spLocks noGrp="1"/>
          </p:cNvSpPr>
          <p:nvPr>
            <p:ph type="body" sz="quarter" idx="13"/>
          </p:nvPr>
        </p:nvSpPr>
        <p:spPr>
          <a:xfrm>
            <a:off x="1605975" y="3434511"/>
            <a:ext cx="5801519" cy="1166910"/>
          </a:xfrm>
        </p:spPr>
        <p:txBody>
          <a:bodyPr>
            <a:normAutofit/>
          </a:bodyPr>
          <a:lstStyle/>
          <a:p>
            <a:r>
              <a:rPr lang="en-US" sz="1600" dirty="0"/>
              <a:t>The average fitness value among all generations is 167. </a:t>
            </a:r>
          </a:p>
          <a:p>
            <a:r>
              <a:rPr lang="en-US" sz="1600" dirty="0"/>
              <a:t>The maximum value is 5155. </a:t>
            </a:r>
          </a:p>
          <a:p>
            <a:r>
              <a:rPr lang="en-US" sz="1600" dirty="0"/>
              <a:t>The percentage of violent deaths is 91%</a:t>
            </a:r>
          </a:p>
        </p:txBody>
      </p:sp>
      <p:sp>
        <p:nvSpPr>
          <p:cNvPr id="3" name="Slide Number Placeholder 2">
            <a:extLst>
              <a:ext uri="{FF2B5EF4-FFF2-40B4-BE49-F238E27FC236}">
                <a16:creationId xmlns:a16="http://schemas.microsoft.com/office/drawing/2014/main" id="{8FF67647-380A-4536-21A7-40770C5351B8}"/>
              </a:ext>
            </a:extLst>
          </p:cNvPr>
          <p:cNvSpPr>
            <a:spLocks noGrp="1"/>
          </p:cNvSpPr>
          <p:nvPr>
            <p:ph type="sldNum" sz="quarter" idx="14"/>
          </p:nvPr>
        </p:nvSpPr>
        <p:spPr/>
        <p:txBody>
          <a:bodyPr/>
          <a:lstStyle/>
          <a:p>
            <a:fld id="{3DD97BEB-BAEF-0344-9D5C-EC73E478698A}" type="slidenum">
              <a:rPr lang="en-US" smtClean="0"/>
              <a:pPr/>
              <a:t>12</a:t>
            </a:fld>
            <a:endParaRPr lang="en-US"/>
          </a:p>
        </p:txBody>
      </p:sp>
      <p:sp>
        <p:nvSpPr>
          <p:cNvPr id="4" name="Title 3">
            <a:extLst>
              <a:ext uri="{FF2B5EF4-FFF2-40B4-BE49-F238E27FC236}">
                <a16:creationId xmlns:a16="http://schemas.microsoft.com/office/drawing/2014/main" id="{B00567CF-EDE0-4209-E622-8C77DCB5F1D2}"/>
              </a:ext>
            </a:extLst>
          </p:cNvPr>
          <p:cNvSpPr>
            <a:spLocks noGrp="1"/>
          </p:cNvSpPr>
          <p:nvPr>
            <p:ph type="title"/>
          </p:nvPr>
        </p:nvSpPr>
        <p:spPr/>
        <p:txBody>
          <a:bodyPr/>
          <a:lstStyle/>
          <a:p>
            <a:r>
              <a:rPr lang="en-US" dirty="0"/>
              <a:t>Results – High competition </a:t>
            </a:r>
          </a:p>
        </p:txBody>
      </p:sp>
      <p:pic>
        <p:nvPicPr>
          <p:cNvPr id="5" name="image2.png">
            <a:extLst>
              <a:ext uri="{FF2B5EF4-FFF2-40B4-BE49-F238E27FC236}">
                <a16:creationId xmlns:a16="http://schemas.microsoft.com/office/drawing/2014/main" id="{A4409197-D196-4BDF-B25D-1B8370906F2C}"/>
              </a:ext>
            </a:extLst>
          </p:cNvPr>
          <p:cNvPicPr/>
          <p:nvPr/>
        </p:nvPicPr>
        <p:blipFill>
          <a:blip r:embed="rId2"/>
          <a:srcRect/>
          <a:stretch>
            <a:fillRect/>
          </a:stretch>
        </p:blipFill>
        <p:spPr>
          <a:xfrm>
            <a:off x="458991" y="964132"/>
            <a:ext cx="4047744" cy="2187485"/>
          </a:xfrm>
          <a:prstGeom prst="rect">
            <a:avLst/>
          </a:prstGeom>
          <a:ln/>
        </p:spPr>
      </p:pic>
      <p:pic>
        <p:nvPicPr>
          <p:cNvPr id="6" name="image6.png">
            <a:extLst>
              <a:ext uri="{FF2B5EF4-FFF2-40B4-BE49-F238E27FC236}">
                <a16:creationId xmlns:a16="http://schemas.microsoft.com/office/drawing/2014/main" id="{D716785B-09E0-4B1A-8BDB-B7823C5F2913}"/>
              </a:ext>
            </a:extLst>
          </p:cNvPr>
          <p:cNvPicPr/>
          <p:nvPr/>
        </p:nvPicPr>
        <p:blipFill>
          <a:blip r:embed="rId3"/>
          <a:srcRect/>
          <a:stretch>
            <a:fillRect/>
          </a:stretch>
        </p:blipFill>
        <p:spPr>
          <a:xfrm>
            <a:off x="4572000" y="984503"/>
            <a:ext cx="4113009" cy="2149878"/>
          </a:xfrm>
          <a:prstGeom prst="rect">
            <a:avLst/>
          </a:prstGeom>
          <a:ln/>
        </p:spPr>
      </p:pic>
    </p:spTree>
    <p:extLst>
      <p:ext uri="{BB962C8B-B14F-4D97-AF65-F5344CB8AC3E}">
        <p14:creationId xmlns:p14="http://schemas.microsoft.com/office/powerpoint/2010/main" val="26161422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1ACB4-17BD-117E-802A-041DB3A8665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B6D27F2-3975-6866-671B-1FDDC7D4DA51}"/>
              </a:ext>
            </a:extLst>
          </p:cNvPr>
          <p:cNvSpPr>
            <a:spLocks noGrp="1"/>
          </p:cNvSpPr>
          <p:nvPr>
            <p:ph type="body" sz="quarter" idx="13"/>
          </p:nvPr>
        </p:nvSpPr>
        <p:spPr>
          <a:xfrm>
            <a:off x="768949" y="1279286"/>
            <a:ext cx="7233225" cy="2140569"/>
          </a:xfrm>
        </p:spPr>
        <p:txBody>
          <a:bodyPr>
            <a:normAutofit/>
          </a:bodyPr>
          <a:lstStyle/>
          <a:p>
            <a:r>
              <a:rPr lang="en-US" sz="1600" dirty="0"/>
              <a:t>There is a clear correlation between the size of the initial populations and the number of violent deaths, which supports hypothesis 1. </a:t>
            </a:r>
          </a:p>
          <a:p>
            <a:endParaRPr lang="en-US" sz="1600" dirty="0"/>
          </a:p>
          <a:p>
            <a:r>
              <a:rPr lang="en-US" sz="1600" dirty="0"/>
              <a:t>No significant link was found between population size and adaptability. The control group (medium population) showed the highest mean and maximum fitness. Both low- and high-competition environments led to sharp fitness declines. Thus, Hypothesis 2 was not supported.</a:t>
            </a:r>
          </a:p>
        </p:txBody>
      </p:sp>
      <p:sp>
        <p:nvSpPr>
          <p:cNvPr id="3" name="Slide Number Placeholder 2">
            <a:extLst>
              <a:ext uri="{FF2B5EF4-FFF2-40B4-BE49-F238E27FC236}">
                <a16:creationId xmlns:a16="http://schemas.microsoft.com/office/drawing/2014/main" id="{8FF67647-380A-4536-21A7-40770C5351B8}"/>
              </a:ext>
            </a:extLst>
          </p:cNvPr>
          <p:cNvSpPr>
            <a:spLocks noGrp="1"/>
          </p:cNvSpPr>
          <p:nvPr>
            <p:ph type="sldNum" sz="quarter" idx="14"/>
          </p:nvPr>
        </p:nvSpPr>
        <p:spPr/>
        <p:txBody>
          <a:bodyPr/>
          <a:lstStyle/>
          <a:p>
            <a:fld id="{3DD97BEB-BAEF-0344-9D5C-EC73E478698A}" type="slidenum">
              <a:rPr lang="en-US" smtClean="0"/>
              <a:pPr/>
              <a:t>13</a:t>
            </a:fld>
            <a:endParaRPr lang="en-US"/>
          </a:p>
        </p:txBody>
      </p:sp>
      <p:sp>
        <p:nvSpPr>
          <p:cNvPr id="4" name="Title 3">
            <a:extLst>
              <a:ext uri="{FF2B5EF4-FFF2-40B4-BE49-F238E27FC236}">
                <a16:creationId xmlns:a16="http://schemas.microsoft.com/office/drawing/2014/main" id="{B00567CF-EDE0-4209-E622-8C77DCB5F1D2}"/>
              </a:ext>
            </a:extLst>
          </p:cNvPr>
          <p:cNvSpPr>
            <a:spLocks noGrp="1"/>
          </p:cNvSpPr>
          <p:nvPr>
            <p:ph type="title"/>
          </p:nvPr>
        </p:nvSpPr>
        <p:spPr/>
        <p:txBody>
          <a:bodyPr/>
          <a:lstStyle/>
          <a:p>
            <a:r>
              <a:rPr lang="en-US" dirty="0"/>
              <a:t>Results – Interpretation</a:t>
            </a:r>
          </a:p>
        </p:txBody>
      </p:sp>
    </p:spTree>
    <p:extLst>
      <p:ext uri="{BB962C8B-B14F-4D97-AF65-F5344CB8AC3E}">
        <p14:creationId xmlns:p14="http://schemas.microsoft.com/office/powerpoint/2010/main" val="25396163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32124-FBF4-3FA3-44D3-3D091CF5BFE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17862AA-6A85-F879-89A4-A0733630A31C}"/>
              </a:ext>
            </a:extLst>
          </p:cNvPr>
          <p:cNvSpPr>
            <a:spLocks noGrp="1"/>
          </p:cNvSpPr>
          <p:nvPr>
            <p:ph type="body" sz="quarter" idx="13"/>
          </p:nvPr>
        </p:nvSpPr>
        <p:spPr>
          <a:xfrm>
            <a:off x="282289" y="671320"/>
            <a:ext cx="8658713" cy="3844924"/>
          </a:xfrm>
        </p:spPr>
        <p:txBody>
          <a:bodyPr/>
          <a:lstStyle/>
          <a:p>
            <a:r>
              <a:rPr lang="en-US" dirty="0"/>
              <a:t>New environment is implemented</a:t>
            </a:r>
          </a:p>
          <a:p>
            <a:r>
              <a:rPr lang="en-US" dirty="0"/>
              <a:t>Neural network is implemented</a:t>
            </a:r>
          </a:p>
          <a:p>
            <a:r>
              <a:rPr lang="en-US" dirty="0"/>
              <a:t>Genetic algorithm is implemented</a:t>
            </a:r>
          </a:p>
          <a:p>
            <a:r>
              <a:rPr lang="en-US" dirty="0"/>
              <a:t>A graphical user interface at the basic level is realized</a:t>
            </a:r>
          </a:p>
          <a:p>
            <a:r>
              <a:rPr lang="en-US" dirty="0"/>
              <a:t>Prepared literature review</a:t>
            </a:r>
          </a:p>
          <a:p>
            <a:r>
              <a:rPr lang="en-US" dirty="0"/>
              <a:t>Basic hypothesis is tested, and research question is answered</a:t>
            </a:r>
          </a:p>
          <a:p>
            <a:endParaRPr lang="en-US" dirty="0"/>
          </a:p>
        </p:txBody>
      </p:sp>
      <p:sp>
        <p:nvSpPr>
          <p:cNvPr id="3" name="Slide Number Placeholder 2">
            <a:extLst>
              <a:ext uri="{FF2B5EF4-FFF2-40B4-BE49-F238E27FC236}">
                <a16:creationId xmlns:a16="http://schemas.microsoft.com/office/drawing/2014/main" id="{A5BC70A3-76DC-9616-9A1A-F49B35BF311E}"/>
              </a:ext>
            </a:extLst>
          </p:cNvPr>
          <p:cNvSpPr>
            <a:spLocks noGrp="1"/>
          </p:cNvSpPr>
          <p:nvPr>
            <p:ph type="sldNum" sz="quarter" idx="14"/>
          </p:nvPr>
        </p:nvSpPr>
        <p:spPr/>
        <p:txBody>
          <a:bodyPr/>
          <a:lstStyle/>
          <a:p>
            <a:fld id="{3DD97BEB-BAEF-0344-9D5C-EC73E478698A}" type="slidenum">
              <a:rPr lang="en-US" smtClean="0"/>
              <a:pPr/>
              <a:t>14</a:t>
            </a:fld>
            <a:endParaRPr lang="en-US"/>
          </a:p>
        </p:txBody>
      </p:sp>
      <p:sp>
        <p:nvSpPr>
          <p:cNvPr id="4" name="Title 3">
            <a:extLst>
              <a:ext uri="{FF2B5EF4-FFF2-40B4-BE49-F238E27FC236}">
                <a16:creationId xmlns:a16="http://schemas.microsoft.com/office/drawing/2014/main" id="{98FE462C-B623-3F6F-9A49-D5EC2DB68155}"/>
              </a:ext>
            </a:extLst>
          </p:cNvPr>
          <p:cNvSpPr>
            <a:spLocks noGrp="1"/>
          </p:cNvSpPr>
          <p:nvPr>
            <p:ph type="title"/>
          </p:nvPr>
        </p:nvSpPr>
        <p:spPr/>
        <p:txBody>
          <a:bodyPr/>
          <a:lstStyle/>
          <a:p>
            <a:r>
              <a:rPr lang="en-US" dirty="0"/>
              <a:t>Conclusion  </a:t>
            </a:r>
          </a:p>
        </p:txBody>
      </p:sp>
    </p:spTree>
    <p:extLst>
      <p:ext uri="{BB962C8B-B14F-4D97-AF65-F5344CB8AC3E}">
        <p14:creationId xmlns:p14="http://schemas.microsoft.com/office/powerpoint/2010/main" val="21874350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6B1CF-68D0-C3B7-14C3-396D8483A87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4DBB847-A49E-B75C-2FF4-4A1962B47959}"/>
              </a:ext>
            </a:extLst>
          </p:cNvPr>
          <p:cNvSpPr>
            <a:spLocks noGrp="1"/>
          </p:cNvSpPr>
          <p:nvPr>
            <p:ph type="sldNum" sz="quarter" idx="14"/>
          </p:nvPr>
        </p:nvSpPr>
        <p:spPr/>
        <p:txBody>
          <a:bodyPr/>
          <a:lstStyle/>
          <a:p>
            <a:fld id="{3DD97BEB-BAEF-0344-9D5C-EC73E478698A}" type="slidenum">
              <a:rPr lang="en-US" smtClean="0"/>
              <a:pPr/>
              <a:t>15</a:t>
            </a:fld>
            <a:endParaRPr lang="en-US"/>
          </a:p>
        </p:txBody>
      </p:sp>
      <p:sp>
        <p:nvSpPr>
          <p:cNvPr id="4" name="Title 3">
            <a:extLst>
              <a:ext uri="{FF2B5EF4-FFF2-40B4-BE49-F238E27FC236}">
                <a16:creationId xmlns:a16="http://schemas.microsoft.com/office/drawing/2014/main" id="{022F3E53-B315-B84F-9D88-8CDAA748BD7A}"/>
              </a:ext>
            </a:extLst>
          </p:cNvPr>
          <p:cNvSpPr>
            <a:spLocks noGrp="1"/>
          </p:cNvSpPr>
          <p:nvPr>
            <p:ph type="title"/>
          </p:nvPr>
        </p:nvSpPr>
        <p:spPr>
          <a:xfrm>
            <a:off x="2991370" y="1616401"/>
            <a:ext cx="3470846" cy="1467993"/>
          </a:xfrm>
        </p:spPr>
        <p:txBody>
          <a:bodyPr/>
          <a:lstStyle/>
          <a:p>
            <a:pPr algn="ctr"/>
            <a:r>
              <a:rPr lang="en-US" sz="4400" dirty="0"/>
              <a:t>Thanks for your attention</a:t>
            </a:r>
          </a:p>
        </p:txBody>
      </p:sp>
    </p:spTree>
    <p:extLst>
      <p:ext uri="{BB962C8B-B14F-4D97-AF65-F5344CB8AC3E}">
        <p14:creationId xmlns:p14="http://schemas.microsoft.com/office/powerpoint/2010/main" val="2687474028"/>
      </p:ext>
    </p:extLst>
  </p:cSld>
  <p:clrMapOvr>
    <a:masterClrMapping/>
  </p:clrMapOvr>
</p:sld>
</file>

<file path=ppt/theme/theme1.xml><?xml version="1.0" encoding="utf-8"?>
<a:theme xmlns:a="http://schemas.openxmlformats.org/drawingml/2006/main" name="Theme 1">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normAutofit/>
      </a:bodyPr>
      <a:lstStyle>
        <a:defPPr algn="l">
          <a:defRPr dirty="0" smtClean="0"/>
        </a:defPPr>
      </a:lstStyle>
    </a:txDef>
  </a:objectDefaults>
  <a:extraClrSchemeLst/>
  <a:extLst>
    <a:ext uri="{05A4C25C-085E-4340-85A3-A5531E510DB2}">
      <thm15:themeFamily xmlns:thm15="http://schemas.microsoft.com/office/thememl/2012/main" name="16-DCI-113_Branded_PPT_Template_B_Final_FullScreen" id="{42F2A728-38A7-F741-8697-F23A46403293}" vid="{291ADA43-C1E7-0449-827C-A2959B3E2CF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1447</TotalTime>
  <Words>998</Words>
  <Application>Microsoft Office PowerPoint</Application>
  <PresentationFormat>On-screen Show (16:9)</PresentationFormat>
  <Paragraphs>150</Paragraphs>
  <Slides>15</Slides>
  <Notes>0</Notes>
  <HiddenSlides>0</HiddenSlides>
  <MMClips>2</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Arial Bold</vt:lpstr>
      <vt:lpstr>Calibri</vt:lpstr>
      <vt:lpstr>Courier New</vt:lpstr>
      <vt:lpstr>LucidaGrande</vt:lpstr>
      <vt:lpstr>Wingdings</vt:lpstr>
      <vt:lpstr>Theme 1</vt:lpstr>
      <vt:lpstr>Evolution of agents in a virtual environment using neural networks and genetic algorithm</vt:lpstr>
      <vt:lpstr>Table of contents</vt:lpstr>
      <vt:lpstr>Introduction  </vt:lpstr>
      <vt:lpstr>Related work  </vt:lpstr>
      <vt:lpstr>Related work  </vt:lpstr>
      <vt:lpstr>Methodology - Environment  </vt:lpstr>
      <vt:lpstr>Methodology - Agents </vt:lpstr>
      <vt:lpstr>Methodology - Genetic Algorithm </vt:lpstr>
      <vt:lpstr>Experimental setup</vt:lpstr>
      <vt:lpstr>Results – Control run  </vt:lpstr>
      <vt:lpstr>Results – Low competition</vt:lpstr>
      <vt:lpstr>Results – High competition </vt:lpstr>
      <vt:lpstr>Results – Interpretation</vt:lpstr>
      <vt:lpstr>Conclusion  </vt:lpstr>
      <vt:lpstr>Thanks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Sanzhar Sovet-1</cp:lastModifiedBy>
  <cp:revision>169</cp:revision>
  <dcterms:created xsi:type="dcterms:W3CDTF">2016-10-24T19:40:55Z</dcterms:created>
  <dcterms:modified xsi:type="dcterms:W3CDTF">2025-04-08T07:05:03Z</dcterms:modified>
</cp:coreProperties>
</file>